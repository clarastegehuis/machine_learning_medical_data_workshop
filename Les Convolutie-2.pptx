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  <p:sldId id="257" r:id="rId3"/>
    <p:sldId id="266" r:id="rId4"/>
    <p:sldId id="262" r:id="rId5"/>
    <p:sldId id="263" r:id="rId6"/>
    <p:sldId id="267" r:id="rId7"/>
    <p:sldId id="265" r:id="rId8"/>
    <p:sldId id="269" r:id="rId9"/>
    <p:sldId id="268" r:id="rId10"/>
    <p:sldId id="261" r:id="rId11"/>
    <p:sldId id="26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6BFE67-16CA-4EEB-8200-80DFDEF6CCB4}" v="173" dt="2025-11-05T13:08:21.0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jl, gemiddeld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590"/>
  </p:normalViewPr>
  <p:slideViewPr>
    <p:cSldViewPr snapToGrid="0">
      <p:cViewPr varScale="1">
        <p:scale>
          <a:sx n="94" d="100"/>
          <a:sy n="94" d="100"/>
        </p:scale>
        <p:origin x="102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gehuis, Clara (UT-EEMCS)" userId="2839a635-0019-4e57-8b5f-55c89fe721a1" providerId="ADAL" clId="{045141F3-8E96-4BE5-870F-F510B3D509FF}"/>
    <pc:docChg chg="undo custSel modSld">
      <pc:chgData name="Stegehuis, Clara (UT-EEMCS)" userId="2839a635-0019-4e57-8b5f-55c89fe721a1" providerId="ADAL" clId="{045141F3-8E96-4BE5-870F-F510B3D509FF}" dt="2025-11-05T13:08:31.789" v="223" actId="26606"/>
      <pc:docMkLst>
        <pc:docMk/>
      </pc:docMkLst>
      <pc:sldChg chg="addSp delSp modSp mod setBg">
        <pc:chgData name="Stegehuis, Clara (UT-EEMCS)" userId="2839a635-0019-4e57-8b5f-55c89fe721a1" providerId="ADAL" clId="{045141F3-8E96-4BE5-870F-F510B3D509FF}" dt="2025-11-05T13:08:31.789" v="223" actId="26606"/>
        <pc:sldMkLst>
          <pc:docMk/>
          <pc:sldMk cId="2756728620" sldId="257"/>
        </pc:sldMkLst>
        <pc:spChg chg="mod">
          <ac:chgData name="Stegehuis, Clara (UT-EEMCS)" userId="2839a635-0019-4e57-8b5f-55c89fe721a1" providerId="ADAL" clId="{045141F3-8E96-4BE5-870F-F510B3D509FF}" dt="2025-11-05T13:08:31.789" v="223" actId="26606"/>
          <ac:spMkLst>
            <pc:docMk/>
            <pc:sldMk cId="2756728620" sldId="257"/>
            <ac:spMk id="2" creationId="{1A2A1A9E-FC67-EFA3-6ECA-2B098A918175}"/>
          </ac:spMkLst>
        </pc:spChg>
        <pc:spChg chg="del">
          <ac:chgData name="Stegehuis, Clara (UT-EEMCS)" userId="2839a635-0019-4e57-8b5f-55c89fe721a1" providerId="ADAL" clId="{045141F3-8E96-4BE5-870F-F510B3D509FF}" dt="2025-11-05T13:08:31.789" v="223" actId="26606"/>
          <ac:spMkLst>
            <pc:docMk/>
            <pc:sldMk cId="2756728620" sldId="257"/>
            <ac:spMk id="3" creationId="{D93BB376-3771-5833-D817-3F982FED5ED2}"/>
          </ac:spMkLst>
        </pc:spChg>
        <pc:graphicFrameChg chg="add">
          <ac:chgData name="Stegehuis, Clara (UT-EEMCS)" userId="2839a635-0019-4e57-8b5f-55c89fe721a1" providerId="ADAL" clId="{045141F3-8E96-4BE5-870F-F510B3D509FF}" dt="2025-11-05T13:08:31.789" v="223" actId="26606"/>
          <ac:graphicFrameMkLst>
            <pc:docMk/>
            <pc:sldMk cId="2756728620" sldId="257"/>
            <ac:graphicFrameMk id="5" creationId="{8E622461-5662-51E4-2DD8-958F7CA4B47B}"/>
          </ac:graphicFrameMkLst>
        </pc:graphicFrameChg>
      </pc:sldChg>
      <pc:sldChg chg="modSp">
        <pc:chgData name="Stegehuis, Clara (UT-EEMCS)" userId="2839a635-0019-4e57-8b5f-55c89fe721a1" providerId="ADAL" clId="{045141F3-8E96-4BE5-870F-F510B3D509FF}" dt="2025-11-05T13:08:21.064" v="222" actId="207"/>
        <pc:sldMkLst>
          <pc:docMk/>
          <pc:sldMk cId="2994893279" sldId="260"/>
        </pc:sldMkLst>
        <pc:spChg chg="mod">
          <ac:chgData name="Stegehuis, Clara (UT-EEMCS)" userId="2839a635-0019-4e57-8b5f-55c89fe721a1" providerId="ADAL" clId="{045141F3-8E96-4BE5-870F-F510B3D509FF}" dt="2025-11-05T13:08:21.064" v="222" actId="207"/>
          <ac:spMkLst>
            <pc:docMk/>
            <pc:sldMk cId="2994893279" sldId="260"/>
            <ac:spMk id="3" creationId="{B1E91674-86BE-FB4C-0565-48198B333A5D}"/>
          </ac:spMkLst>
        </pc:spChg>
      </pc:sldChg>
      <pc:sldChg chg="delSp modSp mod delAnim">
        <pc:chgData name="Stegehuis, Clara (UT-EEMCS)" userId="2839a635-0019-4e57-8b5f-55c89fe721a1" providerId="ADAL" clId="{045141F3-8E96-4BE5-870F-F510B3D509FF}" dt="2025-11-05T08:59:25.853" v="192" actId="1076"/>
        <pc:sldMkLst>
          <pc:docMk/>
          <pc:sldMk cId="457292430" sldId="262"/>
        </pc:sldMkLst>
        <pc:spChg chg="mod">
          <ac:chgData name="Stegehuis, Clara (UT-EEMCS)" userId="2839a635-0019-4e57-8b5f-55c89fe721a1" providerId="ADAL" clId="{045141F3-8E96-4BE5-870F-F510B3D509FF}" dt="2025-11-05T08:58:05.438" v="170" actId="1076"/>
          <ac:spMkLst>
            <pc:docMk/>
            <pc:sldMk cId="457292430" sldId="262"/>
            <ac:spMk id="3" creationId="{0323276F-1938-8D2B-5A5D-7D7D6D47F13A}"/>
          </ac:spMkLst>
        </pc:spChg>
        <pc:spChg chg="del">
          <ac:chgData name="Stegehuis, Clara (UT-EEMCS)" userId="2839a635-0019-4e57-8b5f-55c89fe721a1" providerId="ADAL" clId="{045141F3-8E96-4BE5-870F-F510B3D509FF}" dt="2025-11-05T08:56:55.590" v="83" actId="478"/>
          <ac:spMkLst>
            <pc:docMk/>
            <pc:sldMk cId="457292430" sldId="262"/>
            <ac:spMk id="5" creationId="{48681466-C764-754C-6E0B-535DD0829879}"/>
          </ac:spMkLst>
        </pc:spChg>
        <pc:spChg chg="mod">
          <ac:chgData name="Stegehuis, Clara (UT-EEMCS)" userId="2839a635-0019-4e57-8b5f-55c89fe721a1" providerId="ADAL" clId="{045141F3-8E96-4BE5-870F-F510B3D509FF}" dt="2025-11-05T08:58:08.619" v="173" actId="6549"/>
          <ac:spMkLst>
            <pc:docMk/>
            <pc:sldMk cId="457292430" sldId="262"/>
            <ac:spMk id="7" creationId="{4DF2C826-3688-7330-766B-82F7B2A5B9A5}"/>
          </ac:spMkLst>
        </pc:spChg>
        <pc:spChg chg="del">
          <ac:chgData name="Stegehuis, Clara (UT-EEMCS)" userId="2839a635-0019-4e57-8b5f-55c89fe721a1" providerId="ADAL" clId="{045141F3-8E96-4BE5-870F-F510B3D509FF}" dt="2025-11-05T08:56:02.174" v="37" actId="478"/>
          <ac:spMkLst>
            <pc:docMk/>
            <pc:sldMk cId="457292430" sldId="262"/>
            <ac:spMk id="8" creationId="{E4533A45-B796-6107-C2F5-423E2B96EC43}"/>
          </ac:spMkLst>
        </pc:spChg>
        <pc:spChg chg="mod">
          <ac:chgData name="Stegehuis, Clara (UT-EEMCS)" userId="2839a635-0019-4e57-8b5f-55c89fe721a1" providerId="ADAL" clId="{045141F3-8E96-4BE5-870F-F510B3D509FF}" dt="2025-11-05T08:58:12.892" v="174" actId="1076"/>
          <ac:spMkLst>
            <pc:docMk/>
            <pc:sldMk cId="457292430" sldId="262"/>
            <ac:spMk id="9" creationId="{B18DF18D-6FC1-DF79-4834-5F392DCF4BB0}"/>
          </ac:spMkLst>
        </pc:spChg>
        <pc:spChg chg="del">
          <ac:chgData name="Stegehuis, Clara (UT-EEMCS)" userId="2839a635-0019-4e57-8b5f-55c89fe721a1" providerId="ADAL" clId="{045141F3-8E96-4BE5-870F-F510B3D509FF}" dt="2025-11-05T08:59:02.988" v="183" actId="478"/>
          <ac:spMkLst>
            <pc:docMk/>
            <pc:sldMk cId="457292430" sldId="262"/>
            <ac:spMk id="12" creationId="{AE7D8CDC-E7C9-651D-F0F2-8B161DF08B4C}"/>
          </ac:spMkLst>
        </pc:spChg>
        <pc:spChg chg="mod">
          <ac:chgData name="Stegehuis, Clara (UT-EEMCS)" userId="2839a635-0019-4e57-8b5f-55c89fe721a1" providerId="ADAL" clId="{045141F3-8E96-4BE5-870F-F510B3D509FF}" dt="2025-11-05T08:59:25.853" v="192" actId="1076"/>
          <ac:spMkLst>
            <pc:docMk/>
            <pc:sldMk cId="457292430" sldId="262"/>
            <ac:spMk id="13" creationId="{AD323E88-7912-7229-22BC-5AEF92B31C40}"/>
          </ac:spMkLst>
        </pc:spChg>
        <pc:spChg chg="mod">
          <ac:chgData name="Stegehuis, Clara (UT-EEMCS)" userId="2839a635-0019-4e57-8b5f-55c89fe721a1" providerId="ADAL" clId="{045141F3-8E96-4BE5-870F-F510B3D509FF}" dt="2025-11-05T08:59:16.502" v="189" actId="1076"/>
          <ac:spMkLst>
            <pc:docMk/>
            <pc:sldMk cId="457292430" sldId="262"/>
            <ac:spMk id="15" creationId="{99DFF820-9D6D-B9C8-E7F6-1F70E78040D4}"/>
          </ac:spMkLst>
        </pc:spChg>
        <pc:graphicFrameChg chg="del">
          <ac:chgData name="Stegehuis, Clara (UT-EEMCS)" userId="2839a635-0019-4e57-8b5f-55c89fe721a1" providerId="ADAL" clId="{045141F3-8E96-4BE5-870F-F510B3D509FF}" dt="2025-11-05T08:56:58.744" v="84" actId="478"/>
          <ac:graphicFrameMkLst>
            <pc:docMk/>
            <pc:sldMk cId="457292430" sldId="262"/>
            <ac:graphicFrameMk id="4" creationId="{2DE65E80-C430-357F-6350-1C604DDE11D9}"/>
          </ac:graphicFrameMkLst>
        </pc:graphicFrameChg>
        <pc:graphicFrameChg chg="del">
          <ac:chgData name="Stegehuis, Clara (UT-EEMCS)" userId="2839a635-0019-4e57-8b5f-55c89fe721a1" providerId="ADAL" clId="{045141F3-8E96-4BE5-870F-F510B3D509FF}" dt="2025-11-05T08:56:00.168" v="36" actId="478"/>
          <ac:graphicFrameMkLst>
            <pc:docMk/>
            <pc:sldMk cId="457292430" sldId="262"/>
            <ac:graphicFrameMk id="6" creationId="{147A5373-0F9B-38D7-DDC1-53681DE22820}"/>
          </ac:graphicFrameMkLst>
        </pc:graphicFrameChg>
        <pc:graphicFrameChg chg="del">
          <ac:chgData name="Stegehuis, Clara (UT-EEMCS)" userId="2839a635-0019-4e57-8b5f-55c89fe721a1" providerId="ADAL" clId="{045141F3-8E96-4BE5-870F-F510B3D509FF}" dt="2025-11-05T08:59:05.516" v="184" actId="478"/>
          <ac:graphicFrameMkLst>
            <pc:docMk/>
            <pc:sldMk cId="457292430" sldId="262"/>
            <ac:graphicFrameMk id="11" creationId="{0E3B955E-7A1A-ECC0-A2D4-2A8DCEDA7BAE}"/>
          </ac:graphicFrameMkLst>
        </pc:graphicFrameChg>
      </pc:sldChg>
      <pc:sldChg chg="delSp modSp mod addAnim delAnim modAnim">
        <pc:chgData name="Stegehuis, Clara (UT-EEMCS)" userId="2839a635-0019-4e57-8b5f-55c89fe721a1" providerId="ADAL" clId="{045141F3-8E96-4BE5-870F-F510B3D509FF}" dt="2025-11-05T09:00:11.260" v="212" actId="14100"/>
        <pc:sldMkLst>
          <pc:docMk/>
          <pc:sldMk cId="2594875051" sldId="263"/>
        </pc:sldMkLst>
        <pc:spChg chg="mod">
          <ac:chgData name="Stegehuis, Clara (UT-EEMCS)" userId="2839a635-0019-4e57-8b5f-55c89fe721a1" providerId="ADAL" clId="{045141F3-8E96-4BE5-870F-F510B3D509FF}" dt="2025-11-05T09:00:02.500" v="209" actId="6549"/>
          <ac:spMkLst>
            <pc:docMk/>
            <pc:sldMk cId="2594875051" sldId="263"/>
            <ac:spMk id="3" creationId="{808365F8-2256-F154-E554-9CF809F2E7D8}"/>
          </ac:spMkLst>
        </pc:spChg>
        <pc:spChg chg="del mod">
          <ac:chgData name="Stegehuis, Clara (UT-EEMCS)" userId="2839a635-0019-4e57-8b5f-55c89fe721a1" providerId="ADAL" clId="{045141F3-8E96-4BE5-870F-F510B3D509FF}" dt="2025-11-05T08:59:47.504" v="193" actId="478"/>
          <ac:spMkLst>
            <pc:docMk/>
            <pc:sldMk cId="2594875051" sldId="263"/>
            <ac:spMk id="5" creationId="{10CCC3E2-15F4-A2F3-B801-F2E97426B495}"/>
          </ac:spMkLst>
        </pc:spChg>
        <pc:spChg chg="mod">
          <ac:chgData name="Stegehuis, Clara (UT-EEMCS)" userId="2839a635-0019-4e57-8b5f-55c89fe721a1" providerId="ADAL" clId="{045141F3-8E96-4BE5-870F-F510B3D509FF}" dt="2025-11-05T09:00:11.260" v="212" actId="14100"/>
          <ac:spMkLst>
            <pc:docMk/>
            <pc:sldMk cId="2594875051" sldId="263"/>
            <ac:spMk id="6" creationId="{EB5A785A-841B-575C-9C63-AE8F09672677}"/>
          </ac:spMkLst>
        </pc:spChg>
        <pc:graphicFrameChg chg="del mod modGraphic">
          <ac:chgData name="Stegehuis, Clara (UT-EEMCS)" userId="2839a635-0019-4e57-8b5f-55c89fe721a1" providerId="ADAL" clId="{045141F3-8E96-4BE5-870F-F510B3D509FF}" dt="2025-11-05T08:59:50.153" v="194" actId="478"/>
          <ac:graphicFrameMkLst>
            <pc:docMk/>
            <pc:sldMk cId="2594875051" sldId="263"/>
            <ac:graphicFrameMk id="4" creationId="{CAC6C686-8C4E-A90D-ED90-F17A4C98BA27}"/>
          </ac:graphicFrameMkLst>
        </pc:graphicFrameChg>
      </pc:sldChg>
      <pc:sldChg chg="addSp modSp mod setBg">
        <pc:chgData name="Stegehuis, Clara (UT-EEMCS)" userId="2839a635-0019-4e57-8b5f-55c89fe721a1" providerId="ADAL" clId="{045141F3-8E96-4BE5-870F-F510B3D509FF}" dt="2025-11-05T08:45:35.727" v="0" actId="26606"/>
        <pc:sldMkLst>
          <pc:docMk/>
          <pc:sldMk cId="2254339347" sldId="265"/>
        </pc:sldMkLst>
        <pc:spChg chg="mod">
          <ac:chgData name="Stegehuis, Clara (UT-EEMCS)" userId="2839a635-0019-4e57-8b5f-55c89fe721a1" providerId="ADAL" clId="{045141F3-8E96-4BE5-870F-F510B3D509FF}" dt="2025-11-05T08:45:35.727" v="0" actId="26606"/>
          <ac:spMkLst>
            <pc:docMk/>
            <pc:sldMk cId="2254339347" sldId="265"/>
            <ac:spMk id="2" creationId="{7448349F-4C4A-CF40-6DD5-99C7C852D516}"/>
          </ac:spMkLst>
        </pc:spChg>
        <pc:spChg chg="add">
          <ac:chgData name="Stegehuis, Clara (UT-EEMCS)" userId="2839a635-0019-4e57-8b5f-55c89fe721a1" providerId="ADAL" clId="{045141F3-8E96-4BE5-870F-F510B3D509FF}" dt="2025-11-05T08:45:35.727" v="0" actId="26606"/>
          <ac:spMkLst>
            <pc:docMk/>
            <pc:sldMk cId="2254339347" sldId="265"/>
            <ac:spMk id="9" creationId="{E9F26AF7-9AC1-49A4-8F89-2C63E1C0A0BB}"/>
          </ac:spMkLst>
        </pc:spChg>
        <pc:picChg chg="mod">
          <ac:chgData name="Stegehuis, Clara (UT-EEMCS)" userId="2839a635-0019-4e57-8b5f-55c89fe721a1" providerId="ADAL" clId="{045141F3-8E96-4BE5-870F-F510B3D509FF}" dt="2025-11-05T08:45:35.727" v="0" actId="26606"/>
          <ac:picMkLst>
            <pc:docMk/>
            <pc:sldMk cId="2254339347" sldId="265"/>
            <ac:picMk id="3" creationId="{6E3278DF-13E2-CC11-A01B-7543AA270155}"/>
          </ac:picMkLst>
        </pc:picChg>
        <pc:picChg chg="mod ord">
          <ac:chgData name="Stegehuis, Clara (UT-EEMCS)" userId="2839a635-0019-4e57-8b5f-55c89fe721a1" providerId="ADAL" clId="{045141F3-8E96-4BE5-870F-F510B3D509FF}" dt="2025-11-05T08:45:35.727" v="0" actId="26606"/>
          <ac:picMkLst>
            <pc:docMk/>
            <pc:sldMk cId="2254339347" sldId="265"/>
            <ac:picMk id="4" creationId="{BEA1C6AC-34CC-15E1-CA2F-AA5D72D72DE8}"/>
          </ac:picMkLst>
        </pc:picChg>
      </pc:sldChg>
      <pc:sldChg chg="modSp">
        <pc:chgData name="Stegehuis, Clara (UT-EEMCS)" userId="2839a635-0019-4e57-8b5f-55c89fe721a1" providerId="ADAL" clId="{045141F3-8E96-4BE5-870F-F510B3D509FF}" dt="2025-11-05T08:47:56.348" v="34" actId="113"/>
        <pc:sldMkLst>
          <pc:docMk/>
          <pc:sldMk cId="855146201" sldId="266"/>
        </pc:sldMkLst>
        <pc:spChg chg="mod">
          <ac:chgData name="Stegehuis, Clara (UT-EEMCS)" userId="2839a635-0019-4e57-8b5f-55c89fe721a1" providerId="ADAL" clId="{045141F3-8E96-4BE5-870F-F510B3D509FF}" dt="2025-11-05T08:47:56.348" v="34" actId="113"/>
          <ac:spMkLst>
            <pc:docMk/>
            <pc:sldMk cId="855146201" sldId="266"/>
            <ac:spMk id="3" creationId="{2BBF2A4A-94C4-1375-6F44-2BE0A65CEA7C}"/>
          </ac:spMkLst>
        </pc:spChg>
      </pc:sldChg>
      <pc:sldChg chg="addSp modSp mod setBg">
        <pc:chgData name="Stegehuis, Clara (UT-EEMCS)" userId="2839a635-0019-4e57-8b5f-55c89fe721a1" providerId="ADAL" clId="{045141F3-8E96-4BE5-870F-F510B3D509FF}" dt="2025-11-05T08:46:01.051" v="5" actId="26606"/>
        <pc:sldMkLst>
          <pc:docMk/>
          <pc:sldMk cId="2111053775" sldId="268"/>
        </pc:sldMkLst>
        <pc:spChg chg="mod">
          <ac:chgData name="Stegehuis, Clara (UT-EEMCS)" userId="2839a635-0019-4e57-8b5f-55c89fe721a1" providerId="ADAL" clId="{045141F3-8E96-4BE5-870F-F510B3D509FF}" dt="2025-11-05T08:46:01.051" v="5" actId="26606"/>
          <ac:spMkLst>
            <pc:docMk/>
            <pc:sldMk cId="2111053775" sldId="268"/>
            <ac:spMk id="2" creationId="{7448349F-4C4A-CF40-6DD5-99C7C852D516}"/>
          </ac:spMkLst>
        </pc:spChg>
        <pc:spChg chg="add">
          <ac:chgData name="Stegehuis, Clara (UT-EEMCS)" userId="2839a635-0019-4e57-8b5f-55c89fe721a1" providerId="ADAL" clId="{045141F3-8E96-4BE5-870F-F510B3D509FF}" dt="2025-11-05T08:46:01.051" v="5" actId="26606"/>
          <ac:spMkLst>
            <pc:docMk/>
            <pc:sldMk cId="2111053775" sldId="268"/>
            <ac:spMk id="11" creationId="{2F0F143B-3981-4FC2-BB15-0C5867633489}"/>
          </ac:spMkLst>
        </pc:spChg>
        <pc:picChg chg="mod">
          <ac:chgData name="Stegehuis, Clara (UT-EEMCS)" userId="2839a635-0019-4e57-8b5f-55c89fe721a1" providerId="ADAL" clId="{045141F3-8E96-4BE5-870F-F510B3D509FF}" dt="2025-11-05T08:46:01.051" v="5" actId="26606"/>
          <ac:picMkLst>
            <pc:docMk/>
            <pc:sldMk cId="2111053775" sldId="268"/>
            <ac:picMk id="5" creationId="{497265D1-7837-7DDB-940F-434F3E342EF2}"/>
          </ac:picMkLst>
        </pc:picChg>
        <pc:picChg chg="mod">
          <ac:chgData name="Stegehuis, Clara (UT-EEMCS)" userId="2839a635-0019-4e57-8b5f-55c89fe721a1" providerId="ADAL" clId="{045141F3-8E96-4BE5-870F-F510B3D509FF}" dt="2025-11-05T08:46:01.051" v="5" actId="26606"/>
          <ac:picMkLst>
            <pc:docMk/>
            <pc:sldMk cId="2111053775" sldId="268"/>
            <ac:picMk id="6" creationId="{1FB8C768-BCA1-16AC-1559-4FFC33FFD0F7}"/>
          </ac:picMkLst>
        </pc:picChg>
      </pc:sldChg>
      <pc:sldChg chg="modSp mod">
        <pc:chgData name="Stegehuis, Clara (UT-EEMCS)" userId="2839a635-0019-4e57-8b5f-55c89fe721a1" providerId="ADAL" clId="{045141F3-8E96-4BE5-870F-F510B3D509FF}" dt="2025-11-05T08:45:49.306" v="4" actId="14100"/>
        <pc:sldMkLst>
          <pc:docMk/>
          <pc:sldMk cId="2928652884" sldId="269"/>
        </pc:sldMkLst>
        <pc:spChg chg="mod">
          <ac:chgData name="Stegehuis, Clara (UT-EEMCS)" userId="2839a635-0019-4e57-8b5f-55c89fe721a1" providerId="ADAL" clId="{045141F3-8E96-4BE5-870F-F510B3D509FF}" dt="2025-11-05T08:45:49.306" v="4" actId="14100"/>
          <ac:spMkLst>
            <pc:docMk/>
            <pc:sldMk cId="2928652884" sldId="269"/>
            <ac:spMk id="2" creationId="{7448349F-4C4A-CF40-6DD5-99C7C852D51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92B21B-5BD1-4523-8F52-CC1D5092EEFC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E903C53-8025-409C-BDD9-70C12FEEE944}">
      <dgm:prSet/>
      <dgm:spPr/>
      <dgm:t>
        <a:bodyPr/>
        <a:lstStyle/>
        <a:p>
          <a:r>
            <a:rPr lang="en-GB"/>
            <a:t>Je kunt </a:t>
          </a:r>
          <a:r>
            <a:rPr lang="en-GB" b="1"/>
            <a:t>convolutie</a:t>
          </a:r>
          <a:r>
            <a:rPr lang="en-GB"/>
            <a:t> toepassen.</a:t>
          </a:r>
          <a:endParaRPr lang="en-US"/>
        </a:p>
      </dgm:t>
    </dgm:pt>
    <dgm:pt modelId="{6E09B7A2-AAC1-49BD-9A42-543F4576BA01}" type="parTrans" cxnId="{2B27AA01-F823-4659-B30A-9AE82FE4BA38}">
      <dgm:prSet/>
      <dgm:spPr/>
      <dgm:t>
        <a:bodyPr/>
        <a:lstStyle/>
        <a:p>
          <a:endParaRPr lang="en-US"/>
        </a:p>
      </dgm:t>
    </dgm:pt>
    <dgm:pt modelId="{3DCBAFA0-81BB-4C96-9C79-08125CD0E995}" type="sibTrans" cxnId="{2B27AA01-F823-4659-B30A-9AE82FE4BA38}">
      <dgm:prSet/>
      <dgm:spPr/>
      <dgm:t>
        <a:bodyPr/>
        <a:lstStyle/>
        <a:p>
          <a:endParaRPr lang="en-US"/>
        </a:p>
      </dgm:t>
    </dgm:pt>
    <dgm:pt modelId="{26AB6940-3564-4D96-A5E3-8C886676DE57}">
      <dgm:prSet/>
      <dgm:spPr/>
      <dgm:t>
        <a:bodyPr/>
        <a:lstStyle/>
        <a:p>
          <a:r>
            <a:rPr lang="en-GB"/>
            <a:t>Je kunt toepassingen van convolutie benoemen.</a:t>
          </a:r>
          <a:endParaRPr lang="en-US"/>
        </a:p>
      </dgm:t>
    </dgm:pt>
    <dgm:pt modelId="{70F6322B-40A9-4BEC-8FF8-C28B49131A75}" type="parTrans" cxnId="{3D281B36-ACA5-4794-A5D8-6FBCE49AB987}">
      <dgm:prSet/>
      <dgm:spPr/>
      <dgm:t>
        <a:bodyPr/>
        <a:lstStyle/>
        <a:p>
          <a:endParaRPr lang="en-US"/>
        </a:p>
      </dgm:t>
    </dgm:pt>
    <dgm:pt modelId="{0E28B397-A9AC-499E-B4EC-2EC1CB4760BE}" type="sibTrans" cxnId="{3D281B36-ACA5-4794-A5D8-6FBCE49AB987}">
      <dgm:prSet/>
      <dgm:spPr/>
      <dgm:t>
        <a:bodyPr/>
        <a:lstStyle/>
        <a:p>
          <a:endParaRPr lang="en-US"/>
        </a:p>
      </dgm:t>
    </dgm:pt>
    <dgm:pt modelId="{0B0FCE50-5E02-441D-97FA-87B06C6EB3EF}" type="pres">
      <dgm:prSet presAssocID="{B792B21B-5BD1-4523-8F52-CC1D5092EEFC}" presName="outerComposite" presStyleCnt="0">
        <dgm:presLayoutVars>
          <dgm:chMax val="5"/>
          <dgm:dir/>
          <dgm:resizeHandles val="exact"/>
        </dgm:presLayoutVars>
      </dgm:prSet>
      <dgm:spPr/>
    </dgm:pt>
    <dgm:pt modelId="{90033A8A-205A-4006-8AC7-AC35EE141624}" type="pres">
      <dgm:prSet presAssocID="{B792B21B-5BD1-4523-8F52-CC1D5092EEFC}" presName="dummyMaxCanvas" presStyleCnt="0">
        <dgm:presLayoutVars/>
      </dgm:prSet>
      <dgm:spPr/>
    </dgm:pt>
    <dgm:pt modelId="{72C94028-A569-4B68-9DEC-A9DD60717567}" type="pres">
      <dgm:prSet presAssocID="{B792B21B-5BD1-4523-8F52-CC1D5092EEFC}" presName="TwoNodes_1" presStyleLbl="node1" presStyleIdx="0" presStyleCnt="2">
        <dgm:presLayoutVars>
          <dgm:bulletEnabled val="1"/>
        </dgm:presLayoutVars>
      </dgm:prSet>
      <dgm:spPr/>
    </dgm:pt>
    <dgm:pt modelId="{FBE79500-EC88-4AD5-B75E-6463DFCCB5FA}" type="pres">
      <dgm:prSet presAssocID="{B792B21B-5BD1-4523-8F52-CC1D5092EEFC}" presName="TwoNodes_2" presStyleLbl="node1" presStyleIdx="1" presStyleCnt="2">
        <dgm:presLayoutVars>
          <dgm:bulletEnabled val="1"/>
        </dgm:presLayoutVars>
      </dgm:prSet>
      <dgm:spPr/>
    </dgm:pt>
    <dgm:pt modelId="{85CE412E-7958-4058-B8EA-54D438D8B009}" type="pres">
      <dgm:prSet presAssocID="{B792B21B-5BD1-4523-8F52-CC1D5092EEFC}" presName="TwoConn_1-2" presStyleLbl="fgAccFollowNode1" presStyleIdx="0" presStyleCnt="1">
        <dgm:presLayoutVars>
          <dgm:bulletEnabled val="1"/>
        </dgm:presLayoutVars>
      </dgm:prSet>
      <dgm:spPr/>
    </dgm:pt>
    <dgm:pt modelId="{9BD4EC2E-9F00-424B-A0BB-0BF30CD2CE01}" type="pres">
      <dgm:prSet presAssocID="{B792B21B-5BD1-4523-8F52-CC1D5092EEFC}" presName="TwoNodes_1_text" presStyleLbl="node1" presStyleIdx="1" presStyleCnt="2">
        <dgm:presLayoutVars>
          <dgm:bulletEnabled val="1"/>
        </dgm:presLayoutVars>
      </dgm:prSet>
      <dgm:spPr/>
    </dgm:pt>
    <dgm:pt modelId="{3DF3DCBF-CF79-473D-BCD3-A1098053FC30}" type="pres">
      <dgm:prSet presAssocID="{B792B21B-5BD1-4523-8F52-CC1D5092EEFC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2B27AA01-F823-4659-B30A-9AE82FE4BA38}" srcId="{B792B21B-5BD1-4523-8F52-CC1D5092EEFC}" destId="{8E903C53-8025-409C-BDD9-70C12FEEE944}" srcOrd="0" destOrd="0" parTransId="{6E09B7A2-AAC1-49BD-9A42-543F4576BA01}" sibTransId="{3DCBAFA0-81BB-4C96-9C79-08125CD0E995}"/>
    <dgm:cxn modelId="{89B90122-84FA-42E1-B6DC-8402C076BBA7}" type="presOf" srcId="{26AB6940-3564-4D96-A5E3-8C886676DE57}" destId="{3DF3DCBF-CF79-473D-BCD3-A1098053FC30}" srcOrd="1" destOrd="0" presId="urn:microsoft.com/office/officeart/2005/8/layout/vProcess5"/>
    <dgm:cxn modelId="{3D281B36-ACA5-4794-A5D8-6FBCE49AB987}" srcId="{B792B21B-5BD1-4523-8F52-CC1D5092EEFC}" destId="{26AB6940-3564-4D96-A5E3-8C886676DE57}" srcOrd="1" destOrd="0" parTransId="{70F6322B-40A9-4BEC-8FF8-C28B49131A75}" sibTransId="{0E28B397-A9AC-499E-B4EC-2EC1CB4760BE}"/>
    <dgm:cxn modelId="{3704C24B-7FBD-4909-9BD2-5037F60B68C9}" type="presOf" srcId="{8E903C53-8025-409C-BDD9-70C12FEEE944}" destId="{72C94028-A569-4B68-9DEC-A9DD60717567}" srcOrd="0" destOrd="0" presId="urn:microsoft.com/office/officeart/2005/8/layout/vProcess5"/>
    <dgm:cxn modelId="{172198B2-34A8-4201-8231-46C33D58D278}" type="presOf" srcId="{26AB6940-3564-4D96-A5E3-8C886676DE57}" destId="{FBE79500-EC88-4AD5-B75E-6463DFCCB5FA}" srcOrd="0" destOrd="0" presId="urn:microsoft.com/office/officeart/2005/8/layout/vProcess5"/>
    <dgm:cxn modelId="{EBBB00B6-0CAB-4DB7-944E-7795CBDBC04D}" type="presOf" srcId="{B792B21B-5BD1-4523-8F52-CC1D5092EEFC}" destId="{0B0FCE50-5E02-441D-97FA-87B06C6EB3EF}" srcOrd="0" destOrd="0" presId="urn:microsoft.com/office/officeart/2005/8/layout/vProcess5"/>
    <dgm:cxn modelId="{672D97BC-4EEA-4FBF-8B6E-C226EFDFFFE3}" type="presOf" srcId="{8E903C53-8025-409C-BDD9-70C12FEEE944}" destId="{9BD4EC2E-9F00-424B-A0BB-0BF30CD2CE01}" srcOrd="1" destOrd="0" presId="urn:microsoft.com/office/officeart/2005/8/layout/vProcess5"/>
    <dgm:cxn modelId="{75F775EB-5013-4767-AB73-915E535AE5B8}" type="presOf" srcId="{3DCBAFA0-81BB-4C96-9C79-08125CD0E995}" destId="{85CE412E-7958-4058-B8EA-54D438D8B009}" srcOrd="0" destOrd="0" presId="urn:microsoft.com/office/officeart/2005/8/layout/vProcess5"/>
    <dgm:cxn modelId="{821F3673-0CE3-480A-BBE1-9EB4B099B53E}" type="presParOf" srcId="{0B0FCE50-5E02-441D-97FA-87B06C6EB3EF}" destId="{90033A8A-205A-4006-8AC7-AC35EE141624}" srcOrd="0" destOrd="0" presId="urn:microsoft.com/office/officeart/2005/8/layout/vProcess5"/>
    <dgm:cxn modelId="{C65CB7DD-7371-419F-9A95-5C087CFF01C6}" type="presParOf" srcId="{0B0FCE50-5E02-441D-97FA-87B06C6EB3EF}" destId="{72C94028-A569-4B68-9DEC-A9DD60717567}" srcOrd="1" destOrd="0" presId="urn:microsoft.com/office/officeart/2005/8/layout/vProcess5"/>
    <dgm:cxn modelId="{6553C397-0E60-41F6-B0C0-B2CF95DD2FF0}" type="presParOf" srcId="{0B0FCE50-5E02-441D-97FA-87B06C6EB3EF}" destId="{FBE79500-EC88-4AD5-B75E-6463DFCCB5FA}" srcOrd="2" destOrd="0" presId="urn:microsoft.com/office/officeart/2005/8/layout/vProcess5"/>
    <dgm:cxn modelId="{ABA8C6B5-37E3-4D90-85ED-4978605D308A}" type="presParOf" srcId="{0B0FCE50-5E02-441D-97FA-87B06C6EB3EF}" destId="{85CE412E-7958-4058-B8EA-54D438D8B009}" srcOrd="3" destOrd="0" presId="urn:microsoft.com/office/officeart/2005/8/layout/vProcess5"/>
    <dgm:cxn modelId="{EB0A7117-403F-4F6E-A4EA-523413FFC504}" type="presParOf" srcId="{0B0FCE50-5E02-441D-97FA-87B06C6EB3EF}" destId="{9BD4EC2E-9F00-424B-A0BB-0BF30CD2CE01}" srcOrd="4" destOrd="0" presId="urn:microsoft.com/office/officeart/2005/8/layout/vProcess5"/>
    <dgm:cxn modelId="{87E4A602-A04C-4D31-A77C-9F884F4454C9}" type="presParOf" srcId="{0B0FCE50-5E02-441D-97FA-87B06C6EB3EF}" destId="{3DF3DCBF-CF79-473D-BCD3-A1098053FC30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C94028-A569-4B68-9DEC-A9DD60717567}">
      <dsp:nvSpPr>
        <dsp:cNvPr id="0" name=""/>
        <dsp:cNvSpPr/>
      </dsp:nvSpPr>
      <dsp:spPr>
        <a:xfrm>
          <a:off x="0" y="0"/>
          <a:ext cx="8722360" cy="139848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Je kunt </a:t>
          </a:r>
          <a:r>
            <a:rPr lang="en-GB" sz="3800" b="1" kern="1200"/>
            <a:t>convolutie</a:t>
          </a:r>
          <a:r>
            <a:rPr lang="en-GB" sz="3800" kern="1200"/>
            <a:t> toepassen.</a:t>
          </a:r>
          <a:endParaRPr lang="en-US" sz="3800" kern="1200"/>
        </a:p>
      </dsp:txBody>
      <dsp:txXfrm>
        <a:off x="40960" y="40960"/>
        <a:ext cx="7276915" cy="1316566"/>
      </dsp:txXfrm>
    </dsp:sp>
    <dsp:sp modelId="{FBE79500-EC88-4AD5-B75E-6463DFCCB5FA}">
      <dsp:nvSpPr>
        <dsp:cNvPr id="0" name=""/>
        <dsp:cNvSpPr/>
      </dsp:nvSpPr>
      <dsp:spPr>
        <a:xfrm>
          <a:off x="1539239" y="1709261"/>
          <a:ext cx="8722360" cy="139848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Je kunt toepassingen van convolutie benoemen.</a:t>
          </a:r>
          <a:endParaRPr lang="en-US" sz="3800" kern="1200"/>
        </a:p>
      </dsp:txBody>
      <dsp:txXfrm>
        <a:off x="1580199" y="1750221"/>
        <a:ext cx="6192183" cy="1316566"/>
      </dsp:txXfrm>
    </dsp:sp>
    <dsp:sp modelId="{85CE412E-7958-4058-B8EA-54D438D8B009}">
      <dsp:nvSpPr>
        <dsp:cNvPr id="0" name=""/>
        <dsp:cNvSpPr/>
      </dsp:nvSpPr>
      <dsp:spPr>
        <a:xfrm>
          <a:off x="7813343" y="1099365"/>
          <a:ext cx="909016" cy="90901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017872" y="1099365"/>
        <a:ext cx="499958" cy="684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1767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842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5771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148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443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170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9185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050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9556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356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274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0B92708-EDD0-D142-B79A-CB6F4C35AFFB}" type="datetimeFigureOut">
              <a:rPr lang="en-GB" smtClean="0"/>
              <a:t>05/11/2025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0ADB9E9-9B68-D942-8685-997DE720A1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1306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stagram kopieert Snapchat: dit keer de gezichtsfilters">
            <a:extLst>
              <a:ext uri="{FF2B5EF4-FFF2-40B4-BE49-F238E27FC236}">
                <a16:creationId xmlns:a16="http://schemas.microsoft.com/office/drawing/2014/main" id="{3717907B-2F9F-D7A3-CE40-6DFE3BB9C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0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BFC8DBC-A812-40A4-8350-E8A15FD29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/>
          </a:bodyPr>
          <a:lstStyle/>
          <a:p>
            <a:r>
              <a:rPr lang="en-GB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Welkom</a:t>
            </a:r>
          </a:p>
        </p:txBody>
      </p:sp>
    </p:spTree>
    <p:extLst>
      <p:ext uri="{BB962C8B-B14F-4D97-AF65-F5344CB8AC3E}">
        <p14:creationId xmlns:p14="http://schemas.microsoft.com/office/powerpoint/2010/main" val="3473561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2A1A9E-FC67-EFA3-6ECA-2B098A918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Leerdoelen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8E622461-5662-51E4-2DD8-958F7CA4B4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1772830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6728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2471F0-2C1D-4161-ABC9-B297F1DBD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Voorkennis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2BBF2A4A-94C4-1375-6F44-2BE0A65CEA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0468" y="2394762"/>
                <a:ext cx="8946541" cy="4900997"/>
              </a:xfrm>
            </p:spPr>
            <p:txBody>
              <a:bodyPr>
                <a:normAutofit/>
              </a:bodyPr>
              <a:lstStyle/>
              <a:p>
                <a:r>
                  <a:rPr lang="nl-NL" b="1" dirty="0" err="1">
                    <a:solidFill>
                      <a:schemeClr val="accent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Kernel</a:t>
                </a:r>
                <a:r>
                  <a:rPr lang="nl-NL" b="1" dirty="0">
                    <a:solidFill>
                      <a:schemeClr val="accent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r>
                  <a:rPr lang="nl-NL" b="1" dirty="0">
                    <a:solidFill>
                      <a:schemeClr val="accent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Pixel</a:t>
                </a:r>
              </a:p>
              <a:p>
                <a:endParaRPr lang="nl-NL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nl-NL" dirty="0">
                    <a:latin typeface="Arial" panose="020B0604020202020204" pitchFamily="34" charset="0"/>
                    <a:cs typeface="Arial" panose="020B0604020202020204" pitchFamily="34" charset="0"/>
                  </a:rPr>
                  <a:t>Verticale lijnen herkennen </a:t>
                </a:r>
                <a:r>
                  <a:rPr lang="nl-NL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 Kernel 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𝐾</m:t>
                    </m:r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nl-NL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𝐼</m:t>
                    </m:r>
                    <m:r>
                      <a:rPr lang="en-GB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GB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nl-NL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⋅</m:t>
                    </m:r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𝐾</m:t>
                    </m:r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=3+0+  −3=0</m:t>
                    </m:r>
                  </m:oMath>
                </a14:m>
                <a:endParaRPr lang="nl-NL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2BBF2A4A-94C4-1375-6F44-2BE0A65CEA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0468" y="2394762"/>
                <a:ext cx="8946541" cy="4900997"/>
              </a:xfrm>
              <a:blipFill>
                <a:blip r:embed="rId2"/>
                <a:stretch>
                  <a:fillRect l="-477" t="-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514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97AA05-8E8D-284B-83E1-9268C6189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Stap 3 = Convolutie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ijdelijke aanduiding voor inhoud 6">
                <a:extLst>
                  <a:ext uri="{FF2B5EF4-FFF2-40B4-BE49-F238E27FC236}">
                    <a16:creationId xmlns:a16="http://schemas.microsoft.com/office/drawing/2014/main" id="{4DF2C826-3688-7330-766B-82F7B2A5B9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3312" y="2052918"/>
                <a:ext cx="8946541" cy="4805082"/>
              </a:xfrm>
            </p:spPr>
            <p:txBody>
              <a:bodyPr>
                <a:noAutofit/>
              </a:bodyPr>
              <a:lstStyle/>
              <a:p>
                <a:endParaRPr lang="nl-NL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nl-NL" dirty="0">
                    <a:latin typeface="Arial" panose="020B0604020202020204" pitchFamily="34" charset="0"/>
                    <a:cs typeface="Arial" panose="020B0604020202020204" pitchFamily="34" charset="0"/>
                  </a:rPr>
                  <a:t>Matrix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𝐶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34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41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42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43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44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nl-NL" dirty="0">
                    <a:latin typeface="Arial" panose="020B0604020202020204" pitchFamily="34" charset="0"/>
                    <a:cs typeface="Arial" panose="020B0604020202020204" pitchFamily="34" charset="0"/>
                  </a:rPr>
                  <a:t>										</a:t>
                </a:r>
              </a:p>
              <a:p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𝐼</m:t>
                    </m:r>
                    <m:r>
                      <a:rPr lang="en-GB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GB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nl-NL" dirty="0">
                    <a:latin typeface="Arial" panose="020B0604020202020204" pitchFamily="34" charset="0"/>
                    <a:cs typeface="Arial" panose="020B0604020202020204" pitchFamily="34" charset="0"/>
                  </a:rPr>
                  <a:t>										</a:t>
                </a:r>
                <a:br>
                  <a:rPr lang="nl-NL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endParaRPr lang="nl-NL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nl-NL" dirty="0">
                    <a:latin typeface="Arial" panose="020B0604020202020204" pitchFamily="34" charset="0"/>
                    <a:cs typeface="Arial" panose="020B0604020202020204" pitchFamily="34" charset="0"/>
                  </a:rPr>
                  <a:t>Herhalen stap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c</m:t>
                        </m:r>
                      </m:e>
                      <m:sub>
                        <m:r>
                          <a:rPr lang="en-GB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12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⋅</m:t>
                    </m:r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𝐾</m:t>
                    </m:r>
                    <m:r>
                      <a:rPr lang="en-GB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=3+0+  0=3</m:t>
                    </m:r>
                  </m:oMath>
                </a14:m>
                <a:endParaRPr lang="nl-NL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nl-NL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7" name="Tijdelijke aanduiding voor inhoud 6">
                <a:extLst>
                  <a:ext uri="{FF2B5EF4-FFF2-40B4-BE49-F238E27FC236}">
                    <a16:creationId xmlns:a16="http://schemas.microsoft.com/office/drawing/2014/main" id="{4DF2C826-3688-7330-766B-82F7B2A5B9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3312" y="2052918"/>
                <a:ext cx="8946541" cy="4805082"/>
              </a:xfrm>
              <a:blipFill>
                <a:blip r:embed="rId2"/>
                <a:stretch>
                  <a:fillRect l="-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hoek 8">
            <a:extLst>
              <a:ext uri="{FF2B5EF4-FFF2-40B4-BE49-F238E27FC236}">
                <a16:creationId xmlns:a16="http://schemas.microsoft.com/office/drawing/2014/main" id="{B18DF18D-6FC1-DF79-4834-5F392DCF4BB0}"/>
              </a:ext>
            </a:extLst>
          </p:cNvPr>
          <p:cNvSpPr/>
          <p:nvPr/>
        </p:nvSpPr>
        <p:spPr>
          <a:xfrm>
            <a:off x="2225639" y="3851094"/>
            <a:ext cx="972788" cy="860733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0" name="Rechte verbindingslijn met pijl 9">
            <a:extLst>
              <a:ext uri="{FF2B5EF4-FFF2-40B4-BE49-F238E27FC236}">
                <a16:creationId xmlns:a16="http://schemas.microsoft.com/office/drawing/2014/main" id="{13FF5B47-2B14-4E8C-B40A-5388B240E101}"/>
              </a:ext>
            </a:extLst>
          </p:cNvPr>
          <p:cNvCxnSpPr>
            <a:cxnSpLocks/>
          </p:cNvCxnSpPr>
          <p:nvPr/>
        </p:nvCxnSpPr>
        <p:spPr>
          <a:xfrm>
            <a:off x="5293541" y="4314624"/>
            <a:ext cx="54816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hoek 12">
            <a:extLst>
              <a:ext uri="{FF2B5EF4-FFF2-40B4-BE49-F238E27FC236}">
                <a16:creationId xmlns:a16="http://schemas.microsoft.com/office/drawing/2014/main" id="{AD323E88-7912-7229-22BC-5AEF92B31C40}"/>
              </a:ext>
            </a:extLst>
          </p:cNvPr>
          <p:cNvSpPr/>
          <p:nvPr/>
        </p:nvSpPr>
        <p:spPr>
          <a:xfrm>
            <a:off x="6949699" y="3918936"/>
            <a:ext cx="987121" cy="906210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kstvak 2">
                <a:extLst>
                  <a:ext uri="{FF2B5EF4-FFF2-40B4-BE49-F238E27FC236}">
                    <a16:creationId xmlns:a16="http://schemas.microsoft.com/office/drawing/2014/main" id="{0323276F-1938-8D2B-5A5D-7D7D6D47F13A}"/>
                  </a:ext>
                </a:extLst>
              </p:cNvPr>
              <p:cNvSpPr txBox="1"/>
              <p:nvPr/>
            </p:nvSpPr>
            <p:spPr>
              <a:xfrm>
                <a:off x="6738805" y="2538955"/>
                <a:ext cx="22708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11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𝐼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⋅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𝐾</m:t>
                    </m:r>
                    <m:r>
                      <a:rPr lang="en-GB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 </m:t>
                    </m:r>
                  </m:oMath>
                </a14:m>
                <a:endParaRPr lang="nl-NL" sz="2000" dirty="0"/>
              </a:p>
            </p:txBody>
          </p:sp>
        </mc:Choice>
        <mc:Fallback>
          <p:sp>
            <p:nvSpPr>
              <p:cNvPr id="3" name="Tekstvak 2">
                <a:extLst>
                  <a:ext uri="{FF2B5EF4-FFF2-40B4-BE49-F238E27FC236}">
                    <a16:creationId xmlns:a16="http://schemas.microsoft.com/office/drawing/2014/main" id="{0323276F-1938-8D2B-5A5D-7D7D6D47F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8805" y="2538955"/>
                <a:ext cx="2270840" cy="400110"/>
              </a:xfrm>
              <a:prstGeom prst="rect">
                <a:avLst/>
              </a:prstGeom>
              <a:blipFill>
                <a:blip r:embed="rId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kstvak 14">
                <a:extLst>
                  <a:ext uri="{FF2B5EF4-FFF2-40B4-BE49-F238E27FC236}">
                    <a16:creationId xmlns:a16="http://schemas.microsoft.com/office/drawing/2014/main" id="{99DFF820-9D6D-B9C8-E7F6-1F70E78040D4}"/>
                  </a:ext>
                </a:extLst>
              </p:cNvPr>
              <p:cNvSpPr txBox="1"/>
              <p:nvPr/>
            </p:nvSpPr>
            <p:spPr>
              <a:xfrm>
                <a:off x="5963251" y="3918936"/>
                <a:ext cx="2447581" cy="906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0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5" name="Tekstvak 14">
                <a:extLst>
                  <a:ext uri="{FF2B5EF4-FFF2-40B4-BE49-F238E27FC236}">
                    <a16:creationId xmlns:a16="http://schemas.microsoft.com/office/drawing/2014/main" id="{99DFF820-9D6D-B9C8-E7F6-1F70E7804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251" y="3918936"/>
                <a:ext cx="2447581" cy="9062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729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3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48349F-4C4A-CF40-6DD5-99C7C852D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Stap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08365F8-2256-F154-E554-9CF809F2E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09860" y="2458294"/>
                <a:ext cx="7729728" cy="3101983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Stap 2 </a:t>
                </a:r>
                <a:r>
                  <a:rPr lang="en-GB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herhalen</a:t>
                </a:r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voor</a:t>
                </a:r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 alle submatrices,</a:t>
                </a:r>
              </a:p>
              <a:p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𝐼</m:t>
                    </m:r>
                    <m:r>
                      <a:rPr lang="en-GB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GB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6"/>
                                  <m:mcJc m:val="center"/>
                                </m:mcPr>
                              </m:mc>
                            </m:mcs>
                            <m:ctrlPr>
                              <a:rPr lang="en-GB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GB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  								</a:t>
                </a:r>
              </a:p>
              <a:p>
                <a:pPr marL="0" indent="0">
                  <a:buNone/>
                </a:pPr>
                <a:r>
                  <a:rPr lang="en-GB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enzovoort</a:t>
                </a:r>
                <a:r>
                  <a:rPr lang="en-GB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08365F8-2256-F154-E554-9CF809F2E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9860" y="2458294"/>
                <a:ext cx="7729728" cy="3101983"/>
              </a:xfrm>
              <a:blipFill>
                <a:blip r:embed="rId2"/>
                <a:stretch>
                  <a:fillRect l="-631" t="-9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hthoek 5">
            <a:extLst>
              <a:ext uri="{FF2B5EF4-FFF2-40B4-BE49-F238E27FC236}">
                <a16:creationId xmlns:a16="http://schemas.microsoft.com/office/drawing/2014/main" id="{EB5A785A-841B-575C-9C63-AE8F09672677}"/>
              </a:ext>
            </a:extLst>
          </p:cNvPr>
          <p:cNvSpPr/>
          <p:nvPr/>
        </p:nvSpPr>
        <p:spPr>
          <a:xfrm>
            <a:off x="2753014" y="3143236"/>
            <a:ext cx="945775" cy="824836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4875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27106D-CB24-0E11-467F-16873DA69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Stap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60B2AAF3-0313-86D0-58EF-AC36B54D2E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nl-NL" dirty="0">
                    <a:latin typeface="Arial" panose="020B0604020202020204" pitchFamily="34" charset="0"/>
                    <a:cs typeface="Arial" panose="020B0604020202020204" pitchFamily="34" charset="0"/>
                  </a:rPr>
                  <a:t>Stap 4 volledig uitgevoerd </a:t>
                </a:r>
                <a:r>
                  <a:rPr lang="nl-NL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 matrix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itchFamily="2" charset="2"/>
                      </a:rPr>
                      <m:t>𝐶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itchFamily="2" charset="2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itchFamily="2" charset="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GB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  <a:sym typeface="Wingdings" pitchFamily="2" charset="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  <a:sym typeface="Wingdings" pitchFamily="2" charset="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nl-NL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endParaRPr>
              </a:p>
              <a:p>
                <a:endParaRPr lang="nl-NL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endParaRPr>
              </a:p>
              <a:p>
                <a:r>
                  <a:rPr lang="nl-NL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Grootte van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itchFamily="2" charset="2"/>
                      </a:rPr>
                      <m:t>𝐶</m:t>
                    </m:r>
                  </m:oMath>
                </a14:m>
                <a:r>
                  <a:rPr lang="nl-NL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: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itchFamily="2" charset="2"/>
                          </a:rPr>
                          <m:t>𝑛</m:t>
                        </m:r>
                        <m:r>
                          <a:rPr lang="nl-NL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itchFamily="2" charset="2"/>
                          </a:rPr>
                          <m:t> – </m:t>
                        </m:r>
                        <m:r>
                          <a:rPr lang="nl-NL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itchFamily="2" charset="2"/>
                          </a:rPr>
                          <m:t>𝑘</m:t>
                        </m:r>
                        <m:r>
                          <a:rPr lang="nl-NL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  <a:sym typeface="Wingdings" pitchFamily="2" charset="2"/>
                          </a:rPr>
                          <m:t> + 1</m:t>
                        </m:r>
                      </m:e>
                    </m:d>
                    <m:r>
                      <a:rPr lang="en-GB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itchFamily="2" charset="2"/>
                      </a:rPr>
                      <m:t>⋅</m:t>
                    </m:r>
                    <m:r>
                      <a:rPr lang="nl-NL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itchFamily="2" charset="2"/>
                      </a:rPr>
                      <m:t> (</m:t>
                    </m:r>
                    <m:r>
                      <a:rPr lang="nl-NL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itchFamily="2" charset="2"/>
                      </a:rPr>
                      <m:t>𝑛</m:t>
                    </m:r>
                    <m:r>
                      <a:rPr lang="nl-NL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itchFamily="2" charset="2"/>
                      </a:rPr>
                      <m:t> – </m:t>
                    </m:r>
                    <m:r>
                      <a:rPr lang="nl-NL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itchFamily="2" charset="2"/>
                      </a:rPr>
                      <m:t>𝑘</m:t>
                    </m:r>
                    <m:r>
                      <a:rPr lang="nl-NL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itchFamily="2" charset="2"/>
                      </a:rPr>
                      <m:t> + 1), </m:t>
                    </m:r>
                  </m:oMath>
                </a14:m>
                <a:endParaRPr lang="nl-NL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itchFamily="2" charset="2"/>
                      </a:rPr>
                      <m:t>𝑛</m:t>
                    </m:r>
                  </m:oMath>
                </a14:m>
                <a:r>
                  <a:rPr lang="nl-NL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= aantal rijen (en kolommen) van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itchFamily="2" charset="2"/>
                      </a:rPr>
                      <m:t>𝐼</m:t>
                    </m:r>
                  </m:oMath>
                </a14:m>
                <a:r>
                  <a:rPr lang="nl-NL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en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itchFamily="2" charset="2"/>
                      </a:rPr>
                      <m:t>𝑘</m:t>
                    </m:r>
                  </m:oMath>
                </a14:m>
                <a:r>
                  <a:rPr lang="nl-NL" dirty="0">
                    <a:latin typeface="Arial" panose="020B0604020202020204" pitchFamily="34" charset="0"/>
                    <a:cs typeface="Arial" panose="020B0604020202020204" pitchFamily="34" charset="0"/>
                    <a:sym typeface="Wingdings" pitchFamily="2" charset="2"/>
                  </a:rPr>
                  <a:t> = aantal rijen (en kolommen) van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itchFamily="2" charset="2"/>
                      </a:rPr>
                      <m:t>𝐾</m:t>
                    </m:r>
                  </m:oMath>
                </a14:m>
              </a:p>
              <a:p>
                <a:endParaRPr lang="nl-NL" dirty="0">
                  <a:latin typeface="Arial" panose="020B0604020202020204" pitchFamily="34" charset="0"/>
                  <a:cs typeface="Arial" panose="020B0604020202020204" pitchFamily="34" charset="0"/>
                  <a:sym typeface="Wingdings" pitchFamily="2" charset="2"/>
                </a:endParaRPr>
              </a:p>
              <a:p>
                <a:endParaRPr lang="nl-NL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nl-NL" dirty="0">
                    <a:latin typeface="Arial" panose="020B0604020202020204" pitchFamily="34" charset="0"/>
                    <a:cs typeface="Arial" panose="020B0604020202020204" pitchFamily="34" charset="0"/>
                  </a:rPr>
                  <a:t>Visuele weergave C: </a:t>
                </a:r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60B2AAF3-0313-86D0-58EF-AC36B54D2E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94" b="-2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Afbeelding 5">
            <a:extLst>
              <a:ext uri="{FF2B5EF4-FFF2-40B4-BE49-F238E27FC236}">
                <a16:creationId xmlns:a16="http://schemas.microsoft.com/office/drawing/2014/main" id="{EA1796E3-7E27-9ADA-9AF4-50BB762CE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472" y="4735022"/>
            <a:ext cx="2511921" cy="212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88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9F26AF7-9AC1-49A4-8F89-2C63E1C0A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49185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448349F-4C4A-CF40-6DD5-99C7C852D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Toepassingskader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BEA1C6AC-34CC-15E1-CA2F-AA5D72D72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630" y="587858"/>
            <a:ext cx="3293053" cy="3301307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6E3278DF-13E2-CC11-A01B-7543AA270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316" y="587858"/>
            <a:ext cx="3301307" cy="330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339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48349F-4C4A-CF40-6DD5-99C7C852D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0174" y="1334118"/>
            <a:ext cx="3682312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600" b="0" i="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Toepassingskader</a:t>
            </a:r>
            <a:endParaRPr lang="en-US" sz="26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E6C6355E-F493-60B1-AEC4-A51D17FD9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54" y="873473"/>
            <a:ext cx="6270662" cy="511058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9286528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48349F-4C4A-CF40-6DD5-99C7C852D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386744"/>
            <a:ext cx="4486656" cy="1645920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700"/>
              <a:t>Toepassingskader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0F143B-3981-4FC2-BB15-0C5867633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497265D1-7837-7DDB-940F-434F3E342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9525" y="640080"/>
            <a:ext cx="3825899" cy="2544223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1FB8C768-BCA1-16AC-1559-4FFC33FFD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1017" y="3671316"/>
            <a:ext cx="3542915" cy="233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053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E9B1D-9F62-BC0C-44C7-3DC2563DE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Huiswerk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322BE13-8234-1EC2-28D5-214B994E7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Opdrachten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1 t/m 3 op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blz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16 van het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boek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‘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Lesmateriaal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AI’.</a:t>
            </a:r>
          </a:p>
        </p:txBody>
      </p:sp>
    </p:spTree>
    <p:extLst>
      <p:ext uri="{BB962C8B-B14F-4D97-AF65-F5344CB8AC3E}">
        <p14:creationId xmlns:p14="http://schemas.microsoft.com/office/powerpoint/2010/main" val="2149957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12644B-D2D8-3E06-3311-77DE8BD6A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Vooruitblik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1E91674-86BE-FB4C-0565-48198B333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u="sng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 het </a:t>
            </a:r>
            <a:r>
              <a:rPr lang="en-GB" u="sng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huiswerk</a:t>
            </a:r>
            <a:endParaRPr lang="en-GB" u="sng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Kun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uitleggen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wat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pixel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is.</a:t>
            </a: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Kun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plaatje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omzetten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matrix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op basis van de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hoeveelheid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licht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Kun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uitleggen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wat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kernel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is.</a:t>
            </a: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Kun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submatrix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matrix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vinden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Kun je twee matrices met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elkaar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vermenigvuldigen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door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middel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van het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inproduct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Kun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GB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convolutie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toepassen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Kun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toepassingen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van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convolutie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benoemen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89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3879</TotalTime>
  <Words>253</Words>
  <Application>Microsoft Office PowerPoint</Application>
  <PresentationFormat>Widescreen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Cambria Math</vt:lpstr>
      <vt:lpstr>Gill Sans MT</vt:lpstr>
      <vt:lpstr>Parcel</vt:lpstr>
      <vt:lpstr>Welkom</vt:lpstr>
      <vt:lpstr>Leerdoelen</vt:lpstr>
      <vt:lpstr>Voorkennis</vt:lpstr>
      <vt:lpstr>Stap 3 = Convolutie </vt:lpstr>
      <vt:lpstr>Stap 4</vt:lpstr>
      <vt:lpstr>Stap 5</vt:lpstr>
      <vt:lpstr>Toepassingskader</vt:lpstr>
      <vt:lpstr>Toepassingskader</vt:lpstr>
      <vt:lpstr>Toepassingskader</vt:lpstr>
      <vt:lpstr>Huiswerk</vt:lpstr>
      <vt:lpstr>Vooruitblik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Baak, S.W.M. (Sam, Student B-AM)</dc:creator>
  <cp:lastModifiedBy>Stegehuis, Clara (UT-EEMCS)</cp:lastModifiedBy>
  <cp:revision>29</cp:revision>
  <dcterms:created xsi:type="dcterms:W3CDTF">2025-10-15T12:25:37Z</dcterms:created>
  <dcterms:modified xsi:type="dcterms:W3CDTF">2025-11-05T13:08:38Z</dcterms:modified>
</cp:coreProperties>
</file>