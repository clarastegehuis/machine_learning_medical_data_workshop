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64" r:id="rId4"/>
    <p:sldId id="259" r:id="rId5"/>
    <p:sldId id="262" r:id="rId6"/>
    <p:sldId id="263" r:id="rId7"/>
    <p:sldId id="265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B03B93-9CD5-4263-9D29-98542CCBA181}" v="779" dt="2025-11-05T08:29:56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gehuis, Clara (UT-EEMCS)" userId="2839a635-0019-4e57-8b5f-55c89fe721a1" providerId="ADAL" clId="{045141F3-8E96-4BE5-870F-F510B3D509FF}"/>
    <pc:docChg chg="undo custSel modSld">
      <pc:chgData name="Stegehuis, Clara (UT-EEMCS)" userId="2839a635-0019-4e57-8b5f-55c89fe721a1" providerId="ADAL" clId="{045141F3-8E96-4BE5-870F-F510B3D509FF}" dt="2025-11-05T08:30:41.289" v="871" actId="207"/>
      <pc:docMkLst>
        <pc:docMk/>
      </pc:docMkLst>
      <pc:sldChg chg="modSp mod">
        <pc:chgData name="Stegehuis, Clara (UT-EEMCS)" userId="2839a635-0019-4e57-8b5f-55c89fe721a1" providerId="ADAL" clId="{045141F3-8E96-4BE5-870F-F510B3D509FF}" dt="2025-11-05T07:29:33.625" v="127" actId="207"/>
        <pc:sldMkLst>
          <pc:docMk/>
          <pc:sldMk cId="3979644513" sldId="259"/>
        </pc:sldMkLst>
        <pc:spChg chg="mod">
          <ac:chgData name="Stegehuis, Clara (UT-EEMCS)" userId="2839a635-0019-4e57-8b5f-55c89fe721a1" providerId="ADAL" clId="{045141F3-8E96-4BE5-870F-F510B3D509FF}" dt="2025-11-05T07:29:13.708" v="122" actId="207"/>
          <ac:spMkLst>
            <pc:docMk/>
            <pc:sldMk cId="3979644513" sldId="259"/>
            <ac:spMk id="2" creationId="{6F05C384-7B98-FD62-1325-77A20B3E1E73}"/>
          </ac:spMkLst>
        </pc:spChg>
        <pc:spChg chg="mod">
          <ac:chgData name="Stegehuis, Clara (UT-EEMCS)" userId="2839a635-0019-4e57-8b5f-55c89fe721a1" providerId="ADAL" clId="{045141F3-8E96-4BE5-870F-F510B3D509FF}" dt="2025-11-05T07:29:33.625" v="127" actId="207"/>
          <ac:spMkLst>
            <pc:docMk/>
            <pc:sldMk cId="3979644513" sldId="259"/>
            <ac:spMk id="26" creationId="{1B03035D-26A9-DFA5-CBA6-71159B1ADB59}"/>
          </ac:spMkLst>
        </pc:spChg>
      </pc:sldChg>
      <pc:sldChg chg="modSp mod">
        <pc:chgData name="Stegehuis, Clara (UT-EEMCS)" userId="2839a635-0019-4e57-8b5f-55c89fe721a1" providerId="ADAL" clId="{045141F3-8E96-4BE5-870F-F510B3D509FF}" dt="2025-11-05T08:30:41.289" v="871" actId="207"/>
        <pc:sldMkLst>
          <pc:docMk/>
          <pc:sldMk cId="2994893279" sldId="260"/>
        </pc:sldMkLst>
        <pc:spChg chg="mod">
          <ac:chgData name="Stegehuis, Clara (UT-EEMCS)" userId="2839a635-0019-4e57-8b5f-55c89fe721a1" providerId="ADAL" clId="{045141F3-8E96-4BE5-870F-F510B3D509FF}" dt="2025-11-05T08:30:41.289" v="871" actId="207"/>
          <ac:spMkLst>
            <pc:docMk/>
            <pc:sldMk cId="2994893279" sldId="260"/>
            <ac:spMk id="3" creationId="{B1E91674-86BE-FB4C-0565-48198B333A5D}"/>
          </ac:spMkLst>
        </pc:spChg>
      </pc:sldChg>
      <pc:sldChg chg="delSp modSp mod delAnim modAnim">
        <pc:chgData name="Stegehuis, Clara (UT-EEMCS)" userId="2839a635-0019-4e57-8b5f-55c89fe721a1" providerId="ADAL" clId="{045141F3-8E96-4BE5-870F-F510B3D509FF}" dt="2025-11-05T07:59:02.992" v="460" actId="1076"/>
        <pc:sldMkLst>
          <pc:docMk/>
          <pc:sldMk cId="457292430" sldId="262"/>
        </pc:sldMkLst>
        <pc:spChg chg="mod">
          <ac:chgData name="Stegehuis, Clara (UT-EEMCS)" userId="2839a635-0019-4e57-8b5f-55c89fe721a1" providerId="ADAL" clId="{045141F3-8E96-4BE5-870F-F510B3D509FF}" dt="2025-11-05T07:49:58.524" v="129" actId="207"/>
          <ac:spMkLst>
            <pc:docMk/>
            <pc:sldMk cId="457292430" sldId="262"/>
            <ac:spMk id="2" creationId="{1A97AA05-8E8D-284B-83E1-9268C6189FF7}"/>
          </ac:spMkLst>
        </pc:spChg>
        <pc:spChg chg="del">
          <ac:chgData name="Stegehuis, Clara (UT-EEMCS)" userId="2839a635-0019-4e57-8b5f-55c89fe721a1" providerId="ADAL" clId="{045141F3-8E96-4BE5-870F-F510B3D509FF}" dt="2025-11-05T07:51:41.067" v="166" actId="478"/>
          <ac:spMkLst>
            <pc:docMk/>
            <pc:sldMk cId="457292430" sldId="262"/>
            <ac:spMk id="5" creationId="{88893C95-3182-4FCD-0399-B16C72F53F11}"/>
          </ac:spMkLst>
        </pc:spChg>
        <pc:spChg chg="mod">
          <ac:chgData name="Stegehuis, Clara (UT-EEMCS)" userId="2839a635-0019-4e57-8b5f-55c89fe721a1" providerId="ADAL" clId="{045141F3-8E96-4BE5-870F-F510B3D509FF}" dt="2025-11-05T07:59:02.992" v="460" actId="1076"/>
          <ac:spMkLst>
            <pc:docMk/>
            <pc:sldMk cId="457292430" sldId="262"/>
            <ac:spMk id="7" creationId="{4DF2C826-3688-7330-766B-82F7B2A5B9A5}"/>
          </ac:spMkLst>
        </pc:spChg>
        <pc:spChg chg="del">
          <ac:chgData name="Stegehuis, Clara (UT-EEMCS)" userId="2839a635-0019-4e57-8b5f-55c89fe721a1" providerId="ADAL" clId="{045141F3-8E96-4BE5-870F-F510B3D509FF}" dt="2025-11-05T07:52:00.971" v="170" actId="478"/>
          <ac:spMkLst>
            <pc:docMk/>
            <pc:sldMk cId="457292430" sldId="262"/>
            <ac:spMk id="8" creationId="{53256682-D716-A3D3-AC9E-DA11E1A6B855}"/>
          </ac:spMkLst>
        </pc:spChg>
        <pc:graphicFrameChg chg="del">
          <ac:chgData name="Stegehuis, Clara (UT-EEMCS)" userId="2839a635-0019-4e57-8b5f-55c89fe721a1" providerId="ADAL" clId="{045141F3-8E96-4BE5-870F-F510B3D509FF}" dt="2025-11-05T07:50:30.345" v="138" actId="478"/>
          <ac:graphicFrameMkLst>
            <pc:docMk/>
            <pc:sldMk cId="457292430" sldId="262"/>
            <ac:graphicFrameMk id="4" creationId="{4AC28911-5FF2-0EB5-AEE2-8D63302B10C0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7:51:58.556" v="169" actId="478"/>
          <ac:graphicFrameMkLst>
            <pc:docMk/>
            <pc:sldMk cId="457292430" sldId="262"/>
            <ac:graphicFrameMk id="6" creationId="{8864E65C-1DCD-04A0-6A01-62D0E6101F42}"/>
          </ac:graphicFrameMkLst>
        </pc:graphicFrameChg>
      </pc:sldChg>
      <pc:sldChg chg="modSp mod">
        <pc:chgData name="Stegehuis, Clara (UT-EEMCS)" userId="2839a635-0019-4e57-8b5f-55c89fe721a1" providerId="ADAL" clId="{045141F3-8E96-4BE5-870F-F510B3D509FF}" dt="2025-11-05T07:59:41.421" v="465" actId="207"/>
        <pc:sldMkLst>
          <pc:docMk/>
          <pc:sldMk cId="2594875051" sldId="263"/>
        </pc:sldMkLst>
        <pc:spChg chg="mod">
          <ac:chgData name="Stegehuis, Clara (UT-EEMCS)" userId="2839a635-0019-4e57-8b5f-55c89fe721a1" providerId="ADAL" clId="{045141F3-8E96-4BE5-870F-F510B3D509FF}" dt="2025-11-05T07:59:23.514" v="462" actId="1582"/>
          <ac:spMkLst>
            <pc:docMk/>
            <pc:sldMk cId="2594875051" sldId="263"/>
            <ac:spMk id="8" creationId="{6E51A6DB-D3E6-DECA-FFB0-1175C5929D84}"/>
          </ac:spMkLst>
        </pc:spChg>
        <pc:spChg chg="mod">
          <ac:chgData name="Stegehuis, Clara (UT-EEMCS)" userId="2839a635-0019-4e57-8b5f-55c89fe721a1" providerId="ADAL" clId="{045141F3-8E96-4BE5-870F-F510B3D509FF}" dt="2025-11-05T07:59:33.379" v="464" actId="1582"/>
          <ac:spMkLst>
            <pc:docMk/>
            <pc:sldMk cId="2594875051" sldId="263"/>
            <ac:spMk id="12" creationId="{1BDAAE3F-9A93-1E77-7F5E-2EE4A65001AC}"/>
          </ac:spMkLst>
        </pc:spChg>
        <pc:spChg chg="mod">
          <ac:chgData name="Stegehuis, Clara (UT-EEMCS)" userId="2839a635-0019-4e57-8b5f-55c89fe721a1" providerId="ADAL" clId="{045141F3-8E96-4BE5-870F-F510B3D509FF}" dt="2025-11-05T07:59:41.421" v="465" actId="207"/>
          <ac:spMkLst>
            <pc:docMk/>
            <pc:sldMk cId="2594875051" sldId="263"/>
            <ac:spMk id="14" creationId="{55F14E32-0B8F-7AE7-9072-CD3018039DE6}"/>
          </ac:spMkLst>
        </pc:spChg>
      </pc:sldChg>
      <pc:sldChg chg="delSp modSp mod delAnim modAnim">
        <pc:chgData name="Stegehuis, Clara (UT-EEMCS)" userId="2839a635-0019-4e57-8b5f-55c89fe721a1" providerId="ADAL" clId="{045141F3-8E96-4BE5-870F-F510B3D509FF}" dt="2025-11-05T07:29:00.445" v="120" actId="1076"/>
        <pc:sldMkLst>
          <pc:docMk/>
          <pc:sldMk cId="3722921259" sldId="264"/>
        </pc:sldMkLst>
        <pc:spChg chg="mod">
          <ac:chgData name="Stegehuis, Clara (UT-EEMCS)" userId="2839a635-0019-4e57-8b5f-55c89fe721a1" providerId="ADAL" clId="{045141F3-8E96-4BE5-870F-F510B3D509FF}" dt="2025-11-05T07:28:39.952" v="108" actId="6549"/>
          <ac:spMkLst>
            <pc:docMk/>
            <pc:sldMk cId="3722921259" sldId="264"/>
            <ac:spMk id="3" creationId="{D93BB376-3771-5833-D817-3F982FED5ED2}"/>
          </ac:spMkLst>
        </pc:spChg>
        <pc:spChg chg="del">
          <ac:chgData name="Stegehuis, Clara (UT-EEMCS)" userId="2839a635-0019-4e57-8b5f-55c89fe721a1" providerId="ADAL" clId="{045141F3-8E96-4BE5-870F-F510B3D509FF}" dt="2025-11-05T07:28:54.889" v="118" actId="478"/>
          <ac:spMkLst>
            <pc:docMk/>
            <pc:sldMk cId="3722921259" sldId="264"/>
            <ac:spMk id="10" creationId="{426AAFE1-CC7D-0BF7-239A-73E87448B83F}"/>
          </ac:spMkLst>
        </pc:spChg>
        <pc:spChg chg="del">
          <ac:chgData name="Stegehuis, Clara (UT-EEMCS)" userId="2839a635-0019-4e57-8b5f-55c89fe721a1" providerId="ADAL" clId="{045141F3-8E96-4BE5-870F-F510B3D509FF}" dt="2025-11-05T07:28:48.808" v="113" actId="478"/>
          <ac:spMkLst>
            <pc:docMk/>
            <pc:sldMk cId="3722921259" sldId="264"/>
            <ac:spMk id="11" creationId="{A8CD9148-A42F-0D4F-FFBD-026A3FFCC87F}"/>
          </ac:spMkLst>
        </pc:spChg>
        <pc:spChg chg="mod">
          <ac:chgData name="Stegehuis, Clara (UT-EEMCS)" userId="2839a635-0019-4e57-8b5f-55c89fe721a1" providerId="ADAL" clId="{045141F3-8E96-4BE5-870F-F510B3D509FF}" dt="2025-11-05T07:29:00.445" v="120" actId="1076"/>
          <ac:spMkLst>
            <pc:docMk/>
            <pc:sldMk cId="3722921259" sldId="264"/>
            <ac:spMk id="16" creationId="{F73DF551-FB20-6C3D-48B9-DC972E8B5637}"/>
          </ac:spMkLst>
        </pc:spChg>
        <pc:grpChg chg="del">
          <ac:chgData name="Stegehuis, Clara (UT-EEMCS)" userId="2839a635-0019-4e57-8b5f-55c89fe721a1" providerId="ADAL" clId="{045141F3-8E96-4BE5-870F-F510B3D509FF}" dt="2025-11-05T07:28:47.927" v="112" actId="478"/>
          <ac:grpSpMkLst>
            <pc:docMk/>
            <pc:sldMk cId="3722921259" sldId="264"/>
            <ac:grpSpMk id="4" creationId="{91715057-0C73-4E17-6B94-49913C12619E}"/>
          </ac:grpSpMkLst>
        </pc:grpChg>
        <pc:graphicFrameChg chg="del">
          <ac:chgData name="Stegehuis, Clara (UT-EEMCS)" userId="2839a635-0019-4e57-8b5f-55c89fe721a1" providerId="ADAL" clId="{045141F3-8E96-4BE5-870F-F510B3D509FF}" dt="2025-11-05T07:28:46.217" v="111" actId="478"/>
          <ac:graphicFrameMkLst>
            <pc:docMk/>
            <pc:sldMk cId="3722921259" sldId="264"/>
            <ac:graphicFrameMk id="7" creationId="{6578D542-7F14-8EE6-6E18-0FEFB80D82F7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7:28:53.032" v="117" actId="478"/>
          <ac:graphicFrameMkLst>
            <pc:docMk/>
            <pc:sldMk cId="3722921259" sldId="264"/>
            <ac:graphicFrameMk id="8" creationId="{CCD926A9-7299-5F4B-4B04-6F4D626BFD7D}"/>
          </ac:graphicFrameMkLst>
        </pc:graphicFrameChg>
        <pc:graphicFrameChg chg="del modGraphic">
          <ac:chgData name="Stegehuis, Clara (UT-EEMCS)" userId="2839a635-0019-4e57-8b5f-55c89fe721a1" providerId="ADAL" clId="{045141F3-8E96-4BE5-870F-F510B3D509FF}" dt="2025-11-05T07:28:51.896" v="116" actId="478"/>
          <ac:graphicFrameMkLst>
            <pc:docMk/>
            <pc:sldMk cId="3722921259" sldId="264"/>
            <ac:graphicFrameMk id="9" creationId="{B24935D0-B4F5-9542-34B3-42A148268C01}"/>
          </ac:graphicFrameMkLst>
        </pc:graphicFrameChg>
        <pc:cxnChg chg="del">
          <ac:chgData name="Stegehuis, Clara (UT-EEMCS)" userId="2839a635-0019-4e57-8b5f-55c89fe721a1" providerId="ADAL" clId="{045141F3-8E96-4BE5-870F-F510B3D509FF}" dt="2025-11-05T07:28:55.956" v="119" actId="478"/>
          <ac:cxnSpMkLst>
            <pc:docMk/>
            <pc:sldMk cId="3722921259" sldId="264"/>
            <ac:cxnSpMk id="12" creationId="{AD7620FB-1F25-3E06-7556-1E828BE0FBE2}"/>
          </ac:cxnSpMkLst>
        </pc:cxnChg>
        <pc:cxnChg chg="del">
          <ac:chgData name="Stegehuis, Clara (UT-EEMCS)" userId="2839a635-0019-4e57-8b5f-55c89fe721a1" providerId="ADAL" clId="{045141F3-8E96-4BE5-870F-F510B3D509FF}" dt="2025-11-05T07:28:49.945" v="114" actId="478"/>
          <ac:cxnSpMkLst>
            <pc:docMk/>
            <pc:sldMk cId="3722921259" sldId="264"/>
            <ac:cxnSpMk id="13" creationId="{45163010-ECD7-1E97-9611-0E83EBDB5EE7}"/>
          </ac:cxnSpMkLst>
        </pc:cxnChg>
        <pc:cxnChg chg="del">
          <ac:chgData name="Stegehuis, Clara (UT-EEMCS)" userId="2839a635-0019-4e57-8b5f-55c89fe721a1" providerId="ADAL" clId="{045141F3-8E96-4BE5-870F-F510B3D509FF}" dt="2025-11-05T07:28:42.744" v="109" actId="478"/>
          <ac:cxnSpMkLst>
            <pc:docMk/>
            <pc:sldMk cId="3722921259" sldId="264"/>
            <ac:cxnSpMk id="14" creationId="{2AA762AB-884D-0AA9-213E-0BCDD1A860C0}"/>
          </ac:cxnSpMkLst>
        </pc:cxnChg>
        <pc:cxnChg chg="del">
          <ac:chgData name="Stegehuis, Clara (UT-EEMCS)" userId="2839a635-0019-4e57-8b5f-55c89fe721a1" providerId="ADAL" clId="{045141F3-8E96-4BE5-870F-F510B3D509FF}" dt="2025-11-05T07:28:43.800" v="110" actId="478"/>
          <ac:cxnSpMkLst>
            <pc:docMk/>
            <pc:sldMk cId="3722921259" sldId="264"/>
            <ac:cxnSpMk id="15" creationId="{8D33A99A-28F9-3254-DCDE-40F4F5762A00}"/>
          </ac:cxnSpMkLst>
        </pc:cxnChg>
      </pc:sldChg>
      <pc:sldChg chg="addSp delSp modSp mod addAnim delAnim modAnim">
        <pc:chgData name="Stegehuis, Clara (UT-EEMCS)" userId="2839a635-0019-4e57-8b5f-55c89fe721a1" providerId="ADAL" clId="{045141F3-8E96-4BE5-870F-F510B3D509FF}" dt="2025-11-05T08:30:28.830" v="870" actId="1076"/>
        <pc:sldMkLst>
          <pc:docMk/>
          <pc:sldMk cId="2254339347" sldId="265"/>
        </pc:sldMkLst>
        <pc:spChg chg="mod">
          <ac:chgData name="Stegehuis, Clara (UT-EEMCS)" userId="2839a635-0019-4e57-8b5f-55c89fe721a1" providerId="ADAL" clId="{045141F3-8E96-4BE5-870F-F510B3D509FF}" dt="2025-11-05T08:30:10.652" v="866" actId="1076"/>
          <ac:spMkLst>
            <pc:docMk/>
            <pc:sldMk cId="2254339347" sldId="265"/>
            <ac:spMk id="3" creationId="{B1901BBD-0CBF-6C55-686C-CED9C0402420}"/>
          </ac:spMkLst>
        </pc:spChg>
        <pc:spChg chg="del">
          <ac:chgData name="Stegehuis, Clara (UT-EEMCS)" userId="2839a635-0019-4e57-8b5f-55c89fe721a1" providerId="ADAL" clId="{045141F3-8E96-4BE5-870F-F510B3D509FF}" dt="2025-11-05T08:00:44.572" v="503" actId="478"/>
          <ac:spMkLst>
            <pc:docMk/>
            <pc:sldMk cId="2254339347" sldId="265"/>
            <ac:spMk id="5" creationId="{97175B55-9913-73A8-E261-DE0D3206FBE1}"/>
          </ac:spMkLst>
        </pc:spChg>
        <pc:spChg chg="del">
          <ac:chgData name="Stegehuis, Clara (UT-EEMCS)" userId="2839a635-0019-4e57-8b5f-55c89fe721a1" providerId="ADAL" clId="{045141F3-8E96-4BE5-870F-F510B3D509FF}" dt="2025-11-05T08:02:43.184" v="601" actId="478"/>
          <ac:spMkLst>
            <pc:docMk/>
            <pc:sldMk cId="2254339347" sldId="265"/>
            <ac:spMk id="13" creationId="{14A3D56E-9265-9175-7C7C-3A03C16A774D}"/>
          </ac:spMkLst>
        </pc:spChg>
        <pc:spChg chg="del">
          <ac:chgData name="Stegehuis, Clara (UT-EEMCS)" userId="2839a635-0019-4e57-8b5f-55c89fe721a1" providerId="ADAL" clId="{045141F3-8E96-4BE5-870F-F510B3D509FF}" dt="2025-11-05T08:03:07.346" v="615" actId="478"/>
          <ac:spMkLst>
            <pc:docMk/>
            <pc:sldMk cId="2254339347" sldId="265"/>
            <ac:spMk id="14" creationId="{60D02247-6EE4-B2E8-CE3C-6A0A375AF72E}"/>
          </ac:spMkLst>
        </pc:spChg>
        <pc:spChg chg="del">
          <ac:chgData name="Stegehuis, Clara (UT-EEMCS)" userId="2839a635-0019-4e57-8b5f-55c89fe721a1" providerId="ADAL" clId="{045141F3-8E96-4BE5-870F-F510B3D509FF}" dt="2025-11-05T08:03:13.377" v="617" actId="478"/>
          <ac:spMkLst>
            <pc:docMk/>
            <pc:sldMk cId="2254339347" sldId="265"/>
            <ac:spMk id="15" creationId="{8C7AC3FE-4641-4ABC-FA12-13F3CD48FB09}"/>
          </ac:spMkLst>
        </pc:spChg>
        <pc:spChg chg="del">
          <ac:chgData name="Stegehuis, Clara (UT-EEMCS)" userId="2839a635-0019-4e57-8b5f-55c89fe721a1" providerId="ADAL" clId="{045141F3-8E96-4BE5-870F-F510B3D509FF}" dt="2025-11-05T08:01:27.503" v="545" actId="478"/>
          <ac:spMkLst>
            <pc:docMk/>
            <pc:sldMk cId="2254339347" sldId="265"/>
            <ac:spMk id="17" creationId="{91E1FE6C-EABC-4EF5-6A09-4600A750C189}"/>
          </ac:spMkLst>
        </pc:spChg>
        <pc:spChg chg="del">
          <ac:chgData name="Stegehuis, Clara (UT-EEMCS)" userId="2839a635-0019-4e57-8b5f-55c89fe721a1" providerId="ADAL" clId="{045141F3-8E96-4BE5-870F-F510B3D509FF}" dt="2025-11-05T08:04:40.037" v="654" actId="478"/>
          <ac:spMkLst>
            <pc:docMk/>
            <pc:sldMk cId="2254339347" sldId="265"/>
            <ac:spMk id="20" creationId="{C8EAC302-2AA1-85FC-7D0E-F1732A668C7D}"/>
          </ac:spMkLst>
        </pc:spChg>
        <pc:spChg chg="del">
          <ac:chgData name="Stegehuis, Clara (UT-EEMCS)" userId="2839a635-0019-4e57-8b5f-55c89fe721a1" providerId="ADAL" clId="{045141F3-8E96-4BE5-870F-F510B3D509FF}" dt="2025-11-05T08:04:35.860" v="652" actId="478"/>
          <ac:spMkLst>
            <pc:docMk/>
            <pc:sldMk cId="2254339347" sldId="265"/>
            <ac:spMk id="22" creationId="{113168ED-B19D-1BAB-DE50-2C70AD17A0FE}"/>
          </ac:spMkLst>
        </pc:spChg>
        <pc:spChg chg="del">
          <ac:chgData name="Stegehuis, Clara (UT-EEMCS)" userId="2839a635-0019-4e57-8b5f-55c89fe721a1" providerId="ADAL" clId="{045141F3-8E96-4BE5-870F-F510B3D509FF}" dt="2025-11-05T08:04:28.692" v="650" actId="478"/>
          <ac:spMkLst>
            <pc:docMk/>
            <pc:sldMk cId="2254339347" sldId="265"/>
            <ac:spMk id="24" creationId="{04E9FE21-08B3-3CD5-061A-5A857BEAF651}"/>
          </ac:spMkLst>
        </pc:spChg>
        <pc:spChg chg="add del mod">
          <ac:chgData name="Stegehuis, Clara (UT-EEMCS)" userId="2839a635-0019-4e57-8b5f-55c89fe721a1" providerId="ADAL" clId="{045141F3-8E96-4BE5-870F-F510B3D509FF}" dt="2025-11-05T08:30:19.089" v="867" actId="1076"/>
          <ac:spMkLst>
            <pc:docMk/>
            <pc:sldMk cId="2254339347" sldId="265"/>
            <ac:spMk id="34" creationId="{0A9A23AD-C65B-6043-3B60-D7FC005E6590}"/>
          </ac:spMkLst>
        </pc:spChg>
        <pc:spChg chg="mod">
          <ac:chgData name="Stegehuis, Clara (UT-EEMCS)" userId="2839a635-0019-4e57-8b5f-55c89fe721a1" providerId="ADAL" clId="{045141F3-8E96-4BE5-870F-F510B3D509FF}" dt="2025-11-05T08:30:26.411" v="869" actId="1076"/>
          <ac:spMkLst>
            <pc:docMk/>
            <pc:sldMk cId="2254339347" sldId="265"/>
            <ac:spMk id="36" creationId="{1B349F59-7F19-28BE-6806-9A6C60D49966}"/>
          </ac:spMkLst>
        </pc:spChg>
        <pc:graphicFrameChg chg="del">
          <ac:chgData name="Stegehuis, Clara (UT-EEMCS)" userId="2839a635-0019-4e57-8b5f-55c89fe721a1" providerId="ADAL" clId="{045141F3-8E96-4BE5-870F-F510B3D509FF}" dt="2025-11-05T08:00:43.532" v="502" actId="478"/>
          <ac:graphicFrameMkLst>
            <pc:docMk/>
            <pc:sldMk cId="2254339347" sldId="265"/>
            <ac:graphicFrameMk id="4" creationId="{DB300888-E107-A993-CAEE-FFACC56943EB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2:45.506" v="602" actId="478"/>
          <ac:graphicFrameMkLst>
            <pc:docMk/>
            <pc:sldMk cId="2254339347" sldId="265"/>
            <ac:graphicFrameMk id="10" creationId="{61878D17-03C4-0DB2-9239-377C295B6C9A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3:09.151" v="616" actId="478"/>
          <ac:graphicFrameMkLst>
            <pc:docMk/>
            <pc:sldMk cId="2254339347" sldId="265"/>
            <ac:graphicFrameMk id="11" creationId="{A4D74134-FC46-9E82-1C8E-8A6B2724039B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3:16.053" v="618" actId="478"/>
          <ac:graphicFrameMkLst>
            <pc:docMk/>
            <pc:sldMk cId="2254339347" sldId="265"/>
            <ac:graphicFrameMk id="12" creationId="{36E6FC6D-9D2F-7E6F-6BE8-AB6F86B7DD57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1:25.870" v="544" actId="478"/>
          <ac:graphicFrameMkLst>
            <pc:docMk/>
            <pc:sldMk cId="2254339347" sldId="265"/>
            <ac:graphicFrameMk id="16" creationId="{298FF80E-E4BE-F523-6D8F-5F03B563218A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5:02.214" v="657" actId="478"/>
          <ac:graphicFrameMkLst>
            <pc:docMk/>
            <pc:sldMk cId="2254339347" sldId="265"/>
            <ac:graphicFrameMk id="19" creationId="{CB57C7AD-079A-9DE3-956F-36E4B3F05CF0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4:38.519" v="653" actId="478"/>
          <ac:graphicFrameMkLst>
            <pc:docMk/>
            <pc:sldMk cId="2254339347" sldId="265"/>
            <ac:graphicFrameMk id="21" creationId="{00B97C7C-353B-6868-C590-B2D29463C950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04:30.233" v="651" actId="478"/>
          <ac:graphicFrameMkLst>
            <pc:docMk/>
            <pc:sldMk cId="2254339347" sldId="265"/>
            <ac:graphicFrameMk id="23" creationId="{9E90AC63-CB46-FC4A-2D16-95DB774EE303}"/>
          </ac:graphicFrameMkLst>
        </pc:graphicFrameChg>
        <pc:cxnChg chg="mod">
          <ac:chgData name="Stegehuis, Clara (UT-EEMCS)" userId="2839a635-0019-4e57-8b5f-55c89fe721a1" providerId="ADAL" clId="{045141F3-8E96-4BE5-870F-F510B3D509FF}" dt="2025-11-05T08:30:22.158" v="868" actId="1076"/>
          <ac:cxnSpMkLst>
            <pc:docMk/>
            <pc:sldMk cId="2254339347" sldId="265"/>
            <ac:cxnSpMk id="6" creationId="{294FBC37-08DA-180D-FFC1-1BF6451BDE76}"/>
          </ac:cxnSpMkLst>
        </pc:cxnChg>
        <pc:cxnChg chg="del">
          <ac:chgData name="Stegehuis, Clara (UT-EEMCS)" userId="2839a635-0019-4e57-8b5f-55c89fe721a1" providerId="ADAL" clId="{045141F3-8E96-4BE5-870F-F510B3D509FF}" dt="2025-11-05T08:02:46.626" v="603" actId="478"/>
          <ac:cxnSpMkLst>
            <pc:docMk/>
            <pc:sldMk cId="2254339347" sldId="265"/>
            <ac:cxnSpMk id="7" creationId="{0D30544A-A5D9-5755-A291-5E0DAA5AA46B}"/>
          </ac:cxnSpMkLst>
        </pc:cxnChg>
        <pc:cxnChg chg="del">
          <ac:chgData name="Stegehuis, Clara (UT-EEMCS)" userId="2839a635-0019-4e57-8b5f-55c89fe721a1" providerId="ADAL" clId="{045141F3-8E96-4BE5-870F-F510B3D509FF}" dt="2025-11-05T08:03:06.417" v="614" actId="478"/>
          <ac:cxnSpMkLst>
            <pc:docMk/>
            <pc:sldMk cId="2254339347" sldId="265"/>
            <ac:cxnSpMk id="8" creationId="{6A396624-F380-E191-FCDB-C4E5937B95AC}"/>
          </ac:cxnSpMkLst>
        </pc:cxnChg>
        <pc:cxnChg chg="del">
          <ac:chgData name="Stegehuis, Clara (UT-EEMCS)" userId="2839a635-0019-4e57-8b5f-55c89fe721a1" providerId="ADAL" clId="{045141F3-8E96-4BE5-870F-F510B3D509FF}" dt="2025-11-05T08:03:31.328" v="621" actId="478"/>
          <ac:cxnSpMkLst>
            <pc:docMk/>
            <pc:sldMk cId="2254339347" sldId="265"/>
            <ac:cxnSpMk id="9" creationId="{35888623-A6BC-4338-D9DD-78DBF98E1C08}"/>
          </ac:cxnSpMkLst>
        </pc:cxnChg>
        <pc:cxnChg chg="mod">
          <ac:chgData name="Stegehuis, Clara (UT-EEMCS)" userId="2839a635-0019-4e57-8b5f-55c89fe721a1" providerId="ADAL" clId="{045141F3-8E96-4BE5-870F-F510B3D509FF}" dt="2025-11-05T08:30:28.830" v="870" actId="1076"/>
          <ac:cxnSpMkLst>
            <pc:docMk/>
            <pc:sldMk cId="2254339347" sldId="265"/>
            <ac:cxnSpMk id="18" creationId="{D80933CD-09DF-083A-FA85-3DCE67E35F3B}"/>
          </ac:cxnSpMkLst>
        </pc:cxnChg>
        <pc:cxnChg chg="del">
          <ac:chgData name="Stegehuis, Clara (UT-EEMCS)" userId="2839a635-0019-4e57-8b5f-55c89fe721a1" providerId="ADAL" clId="{045141F3-8E96-4BE5-870F-F510B3D509FF}" dt="2025-11-05T08:05:04.116" v="658" actId="478"/>
          <ac:cxnSpMkLst>
            <pc:docMk/>
            <pc:sldMk cId="2254339347" sldId="265"/>
            <ac:cxnSpMk id="25" creationId="{18158469-93FB-1EA4-E05F-6C89CC50F3AB}"/>
          </ac:cxnSpMkLst>
        </pc:cxnChg>
        <pc:cxnChg chg="del">
          <ac:chgData name="Stegehuis, Clara (UT-EEMCS)" userId="2839a635-0019-4e57-8b5f-55c89fe721a1" providerId="ADAL" clId="{045141F3-8E96-4BE5-870F-F510B3D509FF}" dt="2025-11-05T08:04:55.036" v="655" actId="478"/>
          <ac:cxnSpMkLst>
            <pc:docMk/>
            <pc:sldMk cId="2254339347" sldId="265"/>
            <ac:cxnSpMk id="26" creationId="{F73533DD-84FF-2932-FF66-261A61C6A66A}"/>
          </ac:cxnSpMkLst>
        </pc:cxnChg>
        <pc:cxnChg chg="del">
          <ac:chgData name="Stegehuis, Clara (UT-EEMCS)" userId="2839a635-0019-4e57-8b5f-55c89fe721a1" providerId="ADAL" clId="{045141F3-8E96-4BE5-870F-F510B3D509FF}" dt="2025-11-05T08:05:05.581" v="659" actId="478"/>
          <ac:cxnSpMkLst>
            <pc:docMk/>
            <pc:sldMk cId="2254339347" sldId="265"/>
            <ac:cxnSpMk id="27" creationId="{24166CD8-2605-1E19-90A2-5C00F80DE975}"/>
          </ac:cxnSpMkLst>
        </pc:cxnChg>
        <pc:cxnChg chg="del">
          <ac:chgData name="Stegehuis, Clara (UT-EEMCS)" userId="2839a635-0019-4e57-8b5f-55c89fe721a1" providerId="ADAL" clId="{045141F3-8E96-4BE5-870F-F510B3D509FF}" dt="2025-11-05T08:29:36.235" v="855" actId="478"/>
          <ac:cxnSpMkLst>
            <pc:docMk/>
            <pc:sldMk cId="2254339347" sldId="265"/>
            <ac:cxnSpMk id="28" creationId="{702558E3-4700-E2A1-6919-41D21C5DB2D3}"/>
          </ac:cxnSpMkLst>
        </pc:cxnChg>
        <pc:cxnChg chg="del">
          <ac:chgData name="Stegehuis, Clara (UT-EEMCS)" userId="2839a635-0019-4e57-8b5f-55c89fe721a1" providerId="ADAL" clId="{045141F3-8E96-4BE5-870F-F510B3D509FF}" dt="2025-11-05T08:29:35.049" v="854" actId="478"/>
          <ac:cxnSpMkLst>
            <pc:docMk/>
            <pc:sldMk cId="2254339347" sldId="265"/>
            <ac:cxnSpMk id="29" creationId="{7D92F569-D35C-FD28-CA38-03323807ED1F}"/>
          </ac:cxnSpMkLst>
        </pc:cxnChg>
        <pc:cxnChg chg="del">
          <ac:chgData name="Stegehuis, Clara (UT-EEMCS)" userId="2839a635-0019-4e57-8b5f-55c89fe721a1" providerId="ADAL" clId="{045141F3-8E96-4BE5-870F-F510B3D509FF}" dt="2025-11-05T08:27:59.413" v="761" actId="478"/>
          <ac:cxnSpMkLst>
            <pc:docMk/>
            <pc:sldMk cId="2254339347" sldId="265"/>
            <ac:cxnSpMk id="30" creationId="{51BC7F4E-8EA3-0413-E4CA-6B8EDF267260}"/>
          </ac:cxnSpMkLst>
        </pc:cxnChg>
        <pc:cxnChg chg="del">
          <ac:chgData name="Stegehuis, Clara (UT-EEMCS)" userId="2839a635-0019-4e57-8b5f-55c89fe721a1" providerId="ADAL" clId="{045141F3-8E96-4BE5-870F-F510B3D509FF}" dt="2025-11-05T08:27:57.542" v="760" actId="478"/>
          <ac:cxnSpMkLst>
            <pc:docMk/>
            <pc:sldMk cId="2254339347" sldId="265"/>
            <ac:cxnSpMk id="31" creationId="{5F49F901-FB52-0219-B942-EA1F5F19FD5F}"/>
          </ac:cxnSpMkLst>
        </pc:cxnChg>
        <pc:cxnChg chg="del">
          <ac:chgData name="Stegehuis, Clara (UT-EEMCS)" userId="2839a635-0019-4e57-8b5f-55c89fe721a1" providerId="ADAL" clId="{045141F3-8E96-4BE5-870F-F510B3D509FF}" dt="2025-11-05T08:29:38.377" v="857" actId="478"/>
          <ac:cxnSpMkLst>
            <pc:docMk/>
            <pc:sldMk cId="2254339347" sldId="265"/>
            <ac:cxnSpMk id="32" creationId="{756CFAAC-5B70-79DB-B62F-E7182038E019}"/>
          </ac:cxnSpMkLst>
        </pc:cxnChg>
        <pc:cxnChg chg="del">
          <ac:chgData name="Stegehuis, Clara (UT-EEMCS)" userId="2839a635-0019-4e57-8b5f-55c89fe721a1" providerId="ADAL" clId="{045141F3-8E96-4BE5-870F-F510B3D509FF}" dt="2025-11-05T08:29:37.561" v="856" actId="478"/>
          <ac:cxnSpMkLst>
            <pc:docMk/>
            <pc:sldMk cId="2254339347" sldId="265"/>
            <ac:cxnSpMk id="33" creationId="{85508DD1-2FCA-5289-A851-26C02767A8F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85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62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35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84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25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40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87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9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25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5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50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98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C8DBC-A812-40A4-8350-E8A15FD29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2112" y="1454963"/>
            <a:ext cx="4802187" cy="3308380"/>
          </a:xfrm>
        </p:spPr>
        <p:txBody>
          <a:bodyPr>
            <a:normAutofit/>
          </a:bodyPr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Welkom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7E916F1-DEB0-4CC8-1E39-5BAC06D9F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2112" y="4763342"/>
            <a:ext cx="4802187" cy="1485055"/>
          </a:xfrm>
        </p:spPr>
        <p:txBody>
          <a:bodyPr>
            <a:normAutofit/>
          </a:bodyPr>
          <a:lstStyle/>
          <a:p>
            <a:endParaRPr lang="en-GB"/>
          </a:p>
        </p:txBody>
      </p:sp>
      <p:pic>
        <p:nvPicPr>
          <p:cNvPr id="1026" name="Picture 2" descr="Afbeelding met Kleurrijkheid, patroon, schermopname, Majorelleblauw&#10;&#10;Automatisch gegenereerde beschrijving">
            <a:extLst>
              <a:ext uri="{FF2B5EF4-FFF2-40B4-BE49-F238E27FC236}">
                <a16:creationId xmlns:a16="http://schemas.microsoft.com/office/drawing/2014/main" id="{132DEA4C-3517-EFEA-8230-C83AB1A9E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" r="-1" b="-1"/>
          <a:stretch>
            <a:fillRect/>
          </a:stretch>
        </p:blipFill>
        <p:spPr bwMode="auto">
          <a:xfrm>
            <a:off x="607848" y="609601"/>
            <a:ext cx="5486561" cy="563879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56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A1A9E-FC67-EFA3-6ECA-2B098A9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Leerdoelen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3BB376-3771-5833-D817-3F982FED5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uitleggen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plaatje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omzetten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op basis van 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hoeveelheid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licht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uitleggen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submatrix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matrix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vinden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twee matrices met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elkaar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vermenigvuldigen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door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middel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van het </a:t>
            </a:r>
            <a:r>
              <a:rPr lang="en-GB" b="1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inproduct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672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A1A9E-FC67-EFA3-6ECA-2B098A91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Voorkennis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93BB376-3771-5833-D817-3F982FED5E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dirty="0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rechthoekig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overzicht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van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getallen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, die we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tussen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haakjes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zetten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	, dan is het </a:t>
                </a:r>
                <a:r>
                  <a:rPr lang="en-GB" b="1" dirty="0" err="1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inproduct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 </m:t>
                    </m:r>
                    <m:acc>
                      <m:accPr>
                        <m:chr m:val="⃗"/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21</m:t>
                        </m:r>
                      </m:sub>
                    </m:sSub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93BB376-3771-5833-D817-3F982FED5E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3DF551-FB20-6C3D-48B9-DC972E8B5637}"/>
                  </a:ext>
                </a:extLst>
              </p:cNvPr>
              <p:cNvSpPr txBox="1"/>
              <p:nvPr/>
            </p:nvSpPr>
            <p:spPr>
              <a:xfrm>
                <a:off x="2477209" y="3822396"/>
                <a:ext cx="2256707" cy="733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3DF551-FB20-6C3D-48B9-DC972E8B5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209" y="3822396"/>
                <a:ext cx="2256707" cy="733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92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5C384-7B98-FD62-1325-77A20B3E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pixels</a:t>
            </a:r>
          </a:p>
        </p:txBody>
      </p:sp>
      <p:sp>
        <p:nvSpPr>
          <p:cNvPr id="26" name="Tijdelijke aanduiding voor inhoud 6">
            <a:extLst>
              <a:ext uri="{FF2B5EF4-FFF2-40B4-BE49-F238E27FC236}">
                <a16:creationId xmlns:a16="http://schemas.microsoft.com/office/drawing/2014/main" id="{1B03035D-26A9-DFA5-CBA6-71159B1AD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nl-NL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punt in een beeld, met een waarde die de hoeveelheid licht aangeeft.</a:t>
            </a:r>
          </a:p>
          <a:p>
            <a:r>
              <a:rPr lang="nl-NL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Veel</a:t>
            </a:r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licht? </a:t>
            </a:r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waarde pixel </a:t>
            </a:r>
            <a:r>
              <a:rPr lang="nl-NL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hoog</a:t>
            </a:r>
          </a:p>
          <a:p>
            <a:r>
              <a:rPr lang="nl-NL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Weinig</a:t>
            </a:r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licht?  waarde pixel </a:t>
            </a:r>
            <a:r>
              <a:rPr lang="nl-NL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laag</a:t>
            </a:r>
          </a:p>
          <a:p>
            <a:endParaRPr lang="nl-NL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Wat is de bijbehorende matrix voor de 3x3 afbeelding hiernaast?</a:t>
            </a:r>
          </a:p>
          <a:p>
            <a:endParaRPr lang="nl-NL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endParaRPr lang="nl-NL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CE4D95B-D8F8-131B-4423-3D42839F7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871" y="1777471"/>
            <a:ext cx="3414010" cy="33030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79644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97AA05-8E8D-284B-83E1-9268C618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586491" cy="1622321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Voorbeeld 1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4DF2C826-3688-7330-766B-82F7B2A5B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929" y="2385154"/>
                <a:ext cx="6586489" cy="4442520"/>
              </a:xfrm>
            </p:spPr>
            <p:txBody>
              <a:bodyPr>
                <a:normAutofit/>
              </a:bodyPr>
              <a:lstStyle/>
              <a:p>
                <a:r>
                  <a:rPr lang="nl-NL" b="1" dirty="0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Kernel</a:t>
                </a:r>
                <a: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speciaal soort filter waarmee een computer dingen kan herkennen in een afbeelding.</a:t>
                </a:r>
              </a:p>
              <a:p>
                <a: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Verticale lijnen herkennen </a:t>
                </a:r>
                <a: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	Kernel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𝐾</m:t>
                    </m:r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= 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Wingdings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nl-NL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Convolutie</a:t>
                </a:r>
                <a:b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nl-NL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nl-NL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4DF2C826-3688-7330-766B-82F7B2A5B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929" y="2385154"/>
                <a:ext cx="6586489" cy="4442520"/>
              </a:xfrm>
              <a:blipFill>
                <a:blip r:embed="rId2"/>
                <a:stretch>
                  <a:fillRect l="-555" t="-686" r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Afbeelding 2">
            <a:extLst>
              <a:ext uri="{FF2B5EF4-FFF2-40B4-BE49-F238E27FC236}">
                <a16:creationId xmlns:a16="http://schemas.microsoft.com/office/drawing/2014/main" id="{CFE36C92-8EA8-47C2-4EAB-F07AF0F30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675" y="2238215"/>
            <a:ext cx="2697479" cy="222835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57292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Stap 1 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7A098DB9-CF9D-8B02-0A2C-2258AC4D5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819514" cy="4195481"/>
          </a:xfrm>
        </p:spPr>
        <p:txBody>
          <a:bodyPr/>
          <a:lstStyle/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 =										</a:t>
            </a:r>
          </a:p>
        </p:txBody>
      </p:sp>
      <p:graphicFrame>
        <p:nvGraphicFramePr>
          <p:cNvPr id="5" name="Tabel 7">
            <a:extLst>
              <a:ext uri="{FF2B5EF4-FFF2-40B4-BE49-F238E27FC236}">
                <a16:creationId xmlns:a16="http://schemas.microsoft.com/office/drawing/2014/main" id="{633C6D61-952C-9A10-34A3-1D273C662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993058"/>
              </p:ext>
            </p:extLst>
          </p:nvPr>
        </p:nvGraphicFramePr>
        <p:xfrm>
          <a:off x="2129291" y="2427112"/>
          <a:ext cx="291637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063">
                  <a:extLst>
                    <a:ext uri="{9D8B030D-6E8A-4147-A177-3AD203B41FA5}">
                      <a16:colId xmlns:a16="http://schemas.microsoft.com/office/drawing/2014/main" val="3331430130"/>
                    </a:ext>
                  </a:extLst>
                </a:gridCol>
                <a:gridCol w="486063">
                  <a:extLst>
                    <a:ext uri="{9D8B030D-6E8A-4147-A177-3AD203B41FA5}">
                      <a16:colId xmlns:a16="http://schemas.microsoft.com/office/drawing/2014/main" val="754206468"/>
                    </a:ext>
                  </a:extLst>
                </a:gridCol>
                <a:gridCol w="486063">
                  <a:extLst>
                    <a:ext uri="{9D8B030D-6E8A-4147-A177-3AD203B41FA5}">
                      <a16:colId xmlns:a16="http://schemas.microsoft.com/office/drawing/2014/main" val="2807206127"/>
                    </a:ext>
                  </a:extLst>
                </a:gridCol>
                <a:gridCol w="486063">
                  <a:extLst>
                    <a:ext uri="{9D8B030D-6E8A-4147-A177-3AD203B41FA5}">
                      <a16:colId xmlns:a16="http://schemas.microsoft.com/office/drawing/2014/main" val="1314048002"/>
                    </a:ext>
                  </a:extLst>
                </a:gridCol>
                <a:gridCol w="486063">
                  <a:extLst>
                    <a:ext uri="{9D8B030D-6E8A-4147-A177-3AD203B41FA5}">
                      <a16:colId xmlns:a16="http://schemas.microsoft.com/office/drawing/2014/main" val="3820828397"/>
                    </a:ext>
                  </a:extLst>
                </a:gridCol>
                <a:gridCol w="486063">
                  <a:extLst>
                    <a:ext uri="{9D8B030D-6E8A-4147-A177-3AD203B41FA5}">
                      <a16:colId xmlns:a16="http://schemas.microsoft.com/office/drawing/2014/main" val="3046177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37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11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35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0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66882"/>
                  </a:ext>
                </a:extLst>
              </a:tr>
            </a:tbl>
          </a:graphicData>
        </a:graphic>
      </p:graphicFrame>
      <p:sp>
        <p:nvSpPr>
          <p:cNvPr id="6" name="Vierkante haken 5">
            <a:extLst>
              <a:ext uri="{FF2B5EF4-FFF2-40B4-BE49-F238E27FC236}">
                <a16:creationId xmlns:a16="http://schemas.microsoft.com/office/drawing/2014/main" id="{18862BF9-D681-7469-C156-7E654DC7DCCE}"/>
              </a:ext>
            </a:extLst>
          </p:cNvPr>
          <p:cNvSpPr/>
          <p:nvPr/>
        </p:nvSpPr>
        <p:spPr>
          <a:xfrm>
            <a:off x="2129291" y="2406014"/>
            <a:ext cx="2916378" cy="2281763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E51A6DB-D3E6-DECA-FFB0-1175C5929D84}"/>
              </a:ext>
            </a:extLst>
          </p:cNvPr>
          <p:cNvSpPr/>
          <p:nvPr/>
        </p:nvSpPr>
        <p:spPr>
          <a:xfrm>
            <a:off x="2256312" y="2406014"/>
            <a:ext cx="1246910" cy="1144705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842934E3-35DA-5006-BF83-A0C339B31651}"/>
              </a:ext>
            </a:extLst>
          </p:cNvPr>
          <p:cNvCxnSpPr>
            <a:cxnSpLocks/>
          </p:cNvCxnSpPr>
          <p:nvPr/>
        </p:nvCxnSpPr>
        <p:spPr>
          <a:xfrm>
            <a:off x="5425124" y="3550719"/>
            <a:ext cx="5481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el 4">
            <a:extLst>
              <a:ext uri="{FF2B5EF4-FFF2-40B4-BE49-F238E27FC236}">
                <a16:creationId xmlns:a16="http://schemas.microsoft.com/office/drawing/2014/main" id="{5876FB2C-F2ED-4833-4832-B802D35CC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930"/>
              </p:ext>
            </p:extLst>
          </p:nvPr>
        </p:nvGraphicFramePr>
        <p:xfrm>
          <a:off x="6730699" y="2982584"/>
          <a:ext cx="150438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462">
                  <a:extLst>
                    <a:ext uri="{9D8B030D-6E8A-4147-A177-3AD203B41FA5}">
                      <a16:colId xmlns:a16="http://schemas.microsoft.com/office/drawing/2014/main" val="74652831"/>
                    </a:ext>
                  </a:extLst>
                </a:gridCol>
                <a:gridCol w="501462">
                  <a:extLst>
                    <a:ext uri="{9D8B030D-6E8A-4147-A177-3AD203B41FA5}">
                      <a16:colId xmlns:a16="http://schemas.microsoft.com/office/drawing/2014/main" val="2692909277"/>
                    </a:ext>
                  </a:extLst>
                </a:gridCol>
                <a:gridCol w="501462">
                  <a:extLst>
                    <a:ext uri="{9D8B030D-6E8A-4147-A177-3AD203B41FA5}">
                      <a16:colId xmlns:a16="http://schemas.microsoft.com/office/drawing/2014/main" val="47562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0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535311"/>
                  </a:ext>
                </a:extLst>
              </a:tr>
            </a:tbl>
          </a:graphicData>
        </a:graphic>
      </p:graphicFrame>
      <p:sp>
        <p:nvSpPr>
          <p:cNvPr id="11" name="Vierkante haken 10">
            <a:extLst>
              <a:ext uri="{FF2B5EF4-FFF2-40B4-BE49-F238E27FC236}">
                <a16:creationId xmlns:a16="http://schemas.microsoft.com/office/drawing/2014/main" id="{29199D48-4E78-E7FF-FA8E-5B24F74E13B5}"/>
              </a:ext>
            </a:extLst>
          </p:cNvPr>
          <p:cNvSpPr/>
          <p:nvPr/>
        </p:nvSpPr>
        <p:spPr>
          <a:xfrm>
            <a:off x="6750235" y="3006334"/>
            <a:ext cx="1504386" cy="1065020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BDAAE3F-9A93-1E77-7F5E-2EE4A65001AC}"/>
              </a:ext>
            </a:extLst>
          </p:cNvPr>
          <p:cNvSpPr/>
          <p:nvPr/>
        </p:nvSpPr>
        <p:spPr>
          <a:xfrm>
            <a:off x="6859437" y="2962667"/>
            <a:ext cx="1246910" cy="1144705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55F14E32-0B8F-7AE7-9072-CD3018039DE6}"/>
              </a:ext>
            </a:extLst>
          </p:cNvPr>
          <p:cNvSpPr txBox="1"/>
          <p:nvPr/>
        </p:nvSpPr>
        <p:spPr>
          <a:xfrm>
            <a:off x="6096000" y="3350353"/>
            <a:ext cx="5826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=					   I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3x3 </a:t>
            </a:r>
            <a:r>
              <a:rPr lang="en-GB" sz="20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submatrix</a:t>
            </a:r>
            <a:r>
              <a:rPr lang="en-GB" sz="2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59487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Stap 2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1901BBD-0CBF-6C55-686C-CED9C04024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5939" y="2331214"/>
                <a:ext cx="10819514" cy="462101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							</a:t>
                </a:r>
              </a:p>
              <a:p>
                <a:pPr marL="0" indent="0">
                  <a:buNone/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							</a:t>
                </a: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=1⋅1+1⋅1+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⋅1=3 </m:t>
                    </m:r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+1⋅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</m:acc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1+1⋅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1+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1=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=3+0+  −3=0</m:t>
                    </m:r>
                  </m:oMath>
                </a14:m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1901BBD-0CBF-6C55-686C-CED9C04024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39" y="2331214"/>
                <a:ext cx="10819514" cy="4621010"/>
              </a:xfrm>
              <a:blipFill>
                <a:blip r:embed="rId2"/>
                <a:stretch>
                  <a:fillRect l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294FBC37-08DA-180D-FFC1-1BF6451BDE76}"/>
              </a:ext>
            </a:extLst>
          </p:cNvPr>
          <p:cNvCxnSpPr>
            <a:cxnSpLocks/>
          </p:cNvCxnSpPr>
          <p:nvPr/>
        </p:nvCxnSpPr>
        <p:spPr>
          <a:xfrm>
            <a:off x="3961528" y="2749184"/>
            <a:ext cx="5481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D80933CD-09DF-083A-FA85-3DCE67E35F3B}"/>
              </a:ext>
            </a:extLst>
          </p:cNvPr>
          <p:cNvCxnSpPr>
            <a:cxnSpLocks/>
          </p:cNvCxnSpPr>
          <p:nvPr/>
        </p:nvCxnSpPr>
        <p:spPr>
          <a:xfrm>
            <a:off x="3961528" y="3939180"/>
            <a:ext cx="5481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0A9A23AD-C65B-6043-3B60-D7FC005E6590}"/>
                  </a:ext>
                </a:extLst>
              </p:cNvPr>
              <p:cNvSpPr txBox="1"/>
              <p:nvPr/>
            </p:nvSpPr>
            <p:spPr>
              <a:xfrm>
                <a:off x="4941214" y="2274140"/>
                <a:ext cx="3514725" cy="1211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acc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			</a:t>
                </a:r>
                <a:endParaRPr lang="nl-NL" sz="2000" dirty="0"/>
              </a:p>
            </p:txBody>
          </p:sp>
        </mc:Choice>
        <mc:Fallback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0A9A23AD-C65B-6043-3B60-D7FC005E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214" y="2274140"/>
                <a:ext cx="3514725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B349F59-7F19-28BE-6806-9A6C60D49966}"/>
                  </a:ext>
                </a:extLst>
              </p:cNvPr>
              <p:cNvSpPr txBox="1"/>
              <p:nvPr/>
            </p:nvSpPr>
            <p:spPr>
              <a:xfrm>
                <a:off x="4941214" y="3486075"/>
                <a:ext cx="4228503" cy="90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</m:acc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nl-NL" sz="2000" dirty="0"/>
              </a:p>
            </p:txBody>
          </p:sp>
        </mc:Choice>
        <mc:Fallback>
          <p:sp>
            <p:nvSpPr>
              <p:cNvPr id="36" name="Tekstvak 35">
                <a:extLst>
                  <a:ext uri="{FF2B5EF4-FFF2-40B4-BE49-F238E27FC236}">
                    <a16:creationId xmlns:a16="http://schemas.microsoft.com/office/drawing/2014/main" id="{1B349F59-7F19-28BE-6806-9A6C60D49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214" y="3486075"/>
                <a:ext cx="4228503" cy="9062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33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9B1D-9F62-BC0C-44C7-3DC2563D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Huiswerk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22BE13-8234-1EC2-28D5-214B994E7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volgende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les.</a:t>
            </a:r>
          </a:p>
        </p:txBody>
      </p:sp>
    </p:spTree>
    <p:extLst>
      <p:ext uri="{BB962C8B-B14F-4D97-AF65-F5344CB8AC3E}">
        <p14:creationId xmlns:p14="http://schemas.microsoft.com/office/powerpoint/2010/main" val="214995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2644B-D2D8-3E06-3311-77DE8BD6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Vooruitblik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E91674-86BE-FB4C-0565-48198B33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u="sng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Volgende</a:t>
            </a:r>
            <a:r>
              <a:rPr lang="en-GB" u="sng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Rest van 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stappen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convolutie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932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5419</TotalTime>
  <Words>347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Gill Sans MT</vt:lpstr>
      <vt:lpstr>Parcel</vt:lpstr>
      <vt:lpstr>Welkom</vt:lpstr>
      <vt:lpstr>Leerdoelen</vt:lpstr>
      <vt:lpstr>Voorkennis</vt:lpstr>
      <vt:lpstr>Theorie pixels</vt:lpstr>
      <vt:lpstr>Voorbeeld 1 </vt:lpstr>
      <vt:lpstr>Stap 1 </vt:lpstr>
      <vt:lpstr>Stap 2 </vt:lpstr>
      <vt:lpstr>Huiswerk</vt:lpstr>
      <vt:lpstr>Vooruitblik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Baak, S.W.M. (Sam, Student B-AM)</dc:creator>
  <cp:lastModifiedBy>Stegehuis, Clara (UT-EEMCS)</cp:lastModifiedBy>
  <cp:revision>30</cp:revision>
  <dcterms:created xsi:type="dcterms:W3CDTF">2025-10-15T12:25:37Z</dcterms:created>
  <dcterms:modified xsi:type="dcterms:W3CDTF">2025-11-05T08:30:43Z</dcterms:modified>
</cp:coreProperties>
</file>